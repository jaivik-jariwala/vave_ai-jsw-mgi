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07-Jan-2026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Reduce the length of the Seat Release Straps found on the second and third-row seats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length of the Seat Release Straps found on the second and third-row seats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86</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leng_176774461155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De-content the plastic trims found protecting the top tethers from both sides of the seat as the tethers could be placed within the seat fabric itself and a slit on the same could facilitate easy access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De-content the plastic trims found protecting the top tethers from both sides of the seat as the tethers could be placed within the seat fabric itself and a slit on the same could facilitate easy access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De-content the plastic trims found protecting the top tethers from both sides of the seat as the tet</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115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Decontentthe_176774461176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Reduce the width of the trunk liner flap by 60mm from the upper edge.</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width of the trunk liner flap by 60mm from the upper edge.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Reduce the width of the trunk liner flap by 60mm from the upper edge</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89</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widt_1767744612050.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Substitute the leather upholstery on the left-hand (LH) and right-hand (RH) sides of the third-row seat bases with the same fabric utilized on the LH and RH sides of the corresponding backrests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Substitute the leather upholstery on the left-hand (LH) and right-hand (RH) sides of the third-row seat bases with the same fabric utilized on the LH and RH sides of the corresponding backrests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48</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9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Substitutethe_176774461226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Eliminate the hooks from the receptacle trims found on the RH side of the headrest assemblies reducing the overall length from 53.3mm to 40mm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Eliminate the hooks from the receptacle trims found on the RH side of the headrest assemblies reducing the overall length from 53.3mm to 40mm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53.3mm to 40mm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64</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Eliminatetheh_176774461253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Integrate the rear seat backrest latch hook, spring element, and a portion of the release mechanism into a single, high-strength polymer injection-molded component, eliminating discrete metal springs, separate latch housings, and multiple fasteners.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Integrate the rear seat backrest latch hook, spring element, and a portion of the release mechanism into a single, high-strength polymer injection-molded component, eliminating discrete metal springs, separate latch housings, and multiple fasteners.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Integratether_1767744612811.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Replace conventional multi-part metal pivot hinges for the seat backrest with integrally molded living hinges (flexure hinges) fabricated from a durable, high-flex polymer as part of a redesigned seat frame or attachment bracket.</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Replace conventional multi-part metal pivot hinges for the seat backrest with integrally molded living hinges (flexure hinges) fabricated from a durable, high-flex polymer as part of a redesigned seat frame or attachment bracket.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placeconvent_176774461307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#8: Design a compliant detent feature directly into an injection-molded seat frame component that uses material elasticity to hold the seat backrest in specific upright or folded positions, replacing discrete spring-loaded pins or cam mechanisms.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Design a compliant detent feature directly into an injection-molded seat frame component that uses material elasticity to hold the seat backrest in specific upright or folded positions, replacing discrete spring-loaded pins or cam mechanisms.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Design a compliant detent feature directly into an injection-molded seat frame component that uses m</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Designacompli_176774461334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#9: Integrate the cable routing channels, actuator lever, and an internal compliant spring for lever return into a single, complex injection-molded plastic trim piece or structural component for the seat release mechanism.</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Integrate the cable routing channels, actuator lever, and an internal compliant spring for lever return into a single, complex injection-molded plastic trim piece or structural component for the seat release mechanism.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Integrate the cable routing channels, actuator lever, and an internal compliant spring for lever ret</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9.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Integratethec_176774461362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#10: Redesign the seat base support brackets to be a single, complex injection-molded polymer component that integrates structural support functions with compliant features acting as return springs or biasing elements for the folding mechanism.</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Redesign the seat base support brackets to be a single, complex injection-molded polymer component that integrates structural support functions with compliant features acting as return springs or biasing elements for the folding mechanism.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Redesign the seat base support brackets to be a single, complex injection-molded polymer component t</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esignthese_176774461377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#11: Consolidate the floor anchor latch assembly for the folded seat into a single injection-molded component, integrating the latch receiver, cosmetic bezel, and a compliant retention feature.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Consolidate the floor anchor latch assembly for the folded seat into a single injection-molded component, integrating the latch receiver, cosmetic bezel, and a compliant retention feature.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4.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Consolidatethe_176774461408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#12: Optimizing Rear Seat Folding Mechanism via Compliant Mechanism Integration</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Optimizing Rear Seat Folding Mechanism via Compliant Mechanism Integration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1200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8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OptimizingRear_1767744614336.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#13: Single-Piece Injection Molding for Integrated Rear Seat Actuation System</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Single-Piece Injection Molding for Integrated Rear Seat Actuation System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950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4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SinglePieceIn_1767744614599.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