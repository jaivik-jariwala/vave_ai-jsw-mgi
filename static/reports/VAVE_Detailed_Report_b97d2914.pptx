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01-Jan-2026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Reduce the projection of the 'HECTOR' badging on the tailgate at the rear end of the car from 4mm to 2.5mm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projection of the 'HECTOR' badging on the tailgate at the rear end of the car from 4mm to 2.5mm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4mm to 2.5mm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135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roj_176728979952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Replace ABS+PVC+PU with PP+PE-TD14 in the manufacture of both Front and Rear Passenger Armrest Trims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ABS+PVC+PU with PP+PE-TD14 in the manufacture of both Front and Rear Passenger Armrest Trims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Replace ABS+PVC+PU with PP+PE-TD14 in the manufacture of both Front and Rear Passenger Armrest Trims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126</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6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ABSPVC_176728979967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Remove the Neoprene Foam Sheaths present on the fuel lines and the fuel inlet hose of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Remove the Neoprene Foam Sheaths present on the fuel lines and the fuel inlet hose of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142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movetheNeop_176728979996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1. Replace the 2240GSM Engine Bay Insulation Cover within MGI with a 1080 - 1100GSM Insulation Cover (PES-NF) as in KIA</a:t>
            </a:r>
            <a:br/>
            <a:r>
              <a:t>2. Replace the 5300GSM Cabin Insulation Cover within MGI with a 4550 - 4650GSM Insulation Cover as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1. Replace the 2240GSM Engine Bay Insulation Cover within MGI with a 1080 - 1100GSM Insulation Cover (PES-NF) as in KIA</a:t>
            </a:r>
            <a:br/>
            <a:r>
              <a:t>2. Replace the 5300GSM Cabin Insulation Cover within MGI with a 4550 - 4650GSM Insulation Cover as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41</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8.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1Replacethe_176728980026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Reduce the Paint Coating Thickness of the highlighted Front Hood BiW Panel from 160 - 170μm to 100 - 110μm</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Paint Coating Thickness of the highlighted Front Hood BiW Panel from 160 - 170μm to 100 - 110μm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170μm to 100 - 110μm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82</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Pain_176728980055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Optimize material specification for low-stress gears within the reduction unit by transitioning from high-alloy case-hardened steel (e.g., 20CrMnTi) to a more cost-effective medium-alloy steel (e.g., 20MnCr5) with targeted induction hardening for critical tooth surfaces.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material specification for low-stress gears within the reduction unit by transitioning from high-alloy case-hardened steel (e.g., 20CrMnTi) to a more cost-effective medium-alloy steel (e.g., 20MnCr5) with targeted induction hardening for critical tooth surfaces.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Optimize material specification for low-stress gears within the reduction unit by transitioning from</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materi_176728980077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Redesign the gear reduction unit housing to optimize internal ribbing and external wall thickness, enabling a reduction in overall aluminum material volume. Investigate the feasibility of high-pressure die-casting for thinner, yet structurally sound, sections.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gear reduction unit housing to optimize internal ribbing and external wall thickness, enabling a reduction in overall aluminum material volume. Investigate the feasibility of high-pressure die-casting for thinner, yet structurally sound, sections.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Redesign the gear reduction unit housing to optimize internal ribbing and external wall thickness, 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esignthege_176728980100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Standardize and optimize bearing selection within the gear reduction unit. Replace custom or high-specification bearings with more common, higher-volume standard bearing types (e.g., deep groove ball bearings or standard tapered roller bearings) where load and speed requirements permit, potentially reducing the total number of unique bearing part numbers.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Standardize and optimize bearing selection within the gear reduction unit. Replace custom or high-specification bearings with more common, higher-volume standard bearing types (e.g., deep groove ball bearings or standard tapered roller bearings) where load and speed requirements permit, potentially reducing the total number of unique bearing part numbers.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sp>
        <p:nvSpPr>
          <p:cNvPr id="23" name="Rectangle 22"/>
          <p:cNvSpPr/>
          <p:nvPr/>
        </p:nvSpPr>
        <p:spPr>
          <a:xfrm>
            <a:off x="6035040" y="100584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ai_gen_Shinymeta_1767289801.jpg"/>
          <p:cNvPicPr>
            <a:picLocks noChangeAspect="1"/>
          </p:cNvPicPr>
          <p:nvPr/>
        </p:nvPicPr>
        <p:blipFill>
          <a:blip r:embed="rId2"/>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Optimize gear tooth profiles and potentially reduce face width or module for specific gears through advanced profile modification techniques (e.g., crowning, tip relief) to improve load distribution, reduce peak stresses, and maintain NVH performance with less material.</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gear tooth profiles and potentially reduce face width or module for specific gears through advanced profile modification techniques (e.g., crowning, tip relief) to improve load distribution, reduce peak stresses, and maintain NVH performance with less material.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 crowning, tip relief) to improve load distribution, reduce peak stresses, and maintain NVH perform</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9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geart_176728980472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Evaluate and potentially optimize the gear oil specification and fill volume for the reduction unit. Investigate the use of a more common, less specialized lubricant that still meets performance criteria, or reduce the lubricant volume through internal housing design adjustments for efficient splashing and cooling.</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Evaluate and potentially optimize the gear oil specification and fill volume for the reduction unit. Investigate the use of a more common, less specialized lubricant that still meets performance criteria, or reduce the lubricant volume through internal housing design adjustments for efficient splashing and cooling.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4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Evaluateandpo_176728980497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Simplify manufacturing processes and selectively loosen dimensional tolerances for non-critical features of shafts, gears, and the housing within the gear reduction unit, reducing machining time and complexity.</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Simplify manufacturing processes and selectively loosen dimensional tolerances for non-critical features of shafts, gears, and the housing within the gear reduction unit, reducing machining time and complexity.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sp>
        <p:nvSpPr>
          <p:cNvPr id="23" name="Rectangle 22"/>
          <p:cNvSpPr/>
          <p:nvPr/>
        </p:nvSpPr>
        <p:spPr>
          <a:xfrm>
            <a:off x="6035040" y="100584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sp>
        <p:nvSpPr>
          <p:cNvPr id="25" name="Rectangle 24"/>
          <p:cNvSpPr/>
          <p:nvPr/>
        </p:nvSpPr>
        <p:spPr>
          <a:xfrm>
            <a:off x="6035040" y="4023360"/>
            <a:ext cx="5669280" cy="2743200"/>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969696"/>
                </a:solidFill>
              </a:defRPr>
            </a:pPr>
            <a:r>
              <a:t>Image Not Available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