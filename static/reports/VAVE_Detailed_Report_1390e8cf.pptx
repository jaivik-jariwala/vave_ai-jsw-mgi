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07-Jan-2026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length of the Seat Release Straps found on the second and third-row seats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length of the Seat Release Straps found on the second and third-row seats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leng_176774082756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De-content the plastic trims found protecting the top tethers from both sides of the seat as the tethers could be placed within the seat fabric itself and a slit on the same could facilitate easy access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De-content the plastic trims found protecting the top tethers from both sides of the seat as the tethers could be placed within the seat fabric itself and a slit on the same could facilitate easy access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De-content the plastic trims found protecting the top tethers from both sides of the seat as the tet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contentthe_176774082771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Reduce the width of the trunk liner flap by 60mm from the upper edge.</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width of the trunk liner flap by 60mm from the upper edge.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Reduce the width of the trunk liner flap by 60mm from the upper edge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89</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widt_176774082794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Substitute the leather upholstery on the left-hand (LH) and right-hand (RH) sides of the third-row seat bases with the same fabric utilized on the LH and RH sides of the corresponding backrests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leather upholstery on the left-hand (LH) and right-hand (RH) sides of the third-row seat bases with the same fabric utilized on the LH and RH sides of the corresponding backrests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48</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ubstitutethe_176774082812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Eliminate the hooks from the receptacle trims found on the RH side of the headrest assemblies reducing the overall length from 53.3mm to 40mm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Eliminate the hooks from the receptacle trims found on the RH side of the headrest assemblies reducing the overall length from 53.3mm to 40mm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53.3mm to 40mm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64</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Eliminatetheh_176774082833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Integrate the rear seat folding lever and the seat base latch into a single, multi-functional compliant mechanism manufactured via single-piece injection molding.</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Integrate the rear seat folding lever and the seat base latch into a single, multi-functional compliant mechanism manufactured via single-piece injection molding.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Integratether_176774082848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Replace the existing multi-part rear seat folding actuator with a simplified, integrated tension-based system using a single molded component and a durable, low-friction cable.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the existing multi-part rear seat folding actuator with a simplified, integrated tension-based system using a single molded component and a durable, low-friction cable.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59.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theexi_176774082879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Develop a 'living hinge' compliant mechanism for the rear seat backrest latch, eliminating the need for separate spring-loaded pins and their associated hardware.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Develop a 'living hinge' compliant mechanism for the rear seat backrest latch, eliminating the need for separate spring-loaded pins and their associated hardware.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velopalivi_176774082901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Re-engineer the rear seat base pivot and locking system into a single, injection-molded compliant bracket that incorporates both rotational freedom and a positive locking feature.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Re-engineer the rear seat base pivot and locking system into a single, injection-molded compliant bracket that incorporates both rotational freedom and a positive locking feature.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engineerthe_176774082930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Utilize a snap-fit compliant mechanism for the rear seat cushion attachment, replacing mechanical fasteners and brackets with a single molded component.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Utilize a snap-fit compliant mechanism for the rear seat cushion attachment, replacing mechanical fasteners and brackets with a single molded component.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9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Utilizeasnap_176774082963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Consolidate the rear seat headrest deployment and locking mechanism into a single, injection-molded compliant component, eliminating multiple springs and small metal parts.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Consolidate the rear seat headrest deployment and locking mechanism into a single, injection-molded compliant component, eliminating multiple springs and small metal parts.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Consolidatethe_176774082988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#12: Single-Piece Injection Molding for Rear Seat Folding Mechanism Components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Single-Piece Injection Molding for Rear Seat Folding Mechanism Components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inglePieceIn_176774083007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#13: Application of Compliant Mechanisms in Rear Seat Folding Actuation Systems via Injection Molding</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Application of Compliant Mechanisms in Rear Seat Folding Actuation Systems via Injection Molding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Application of Compliant Mechanisms in Rear Seat Folding Actuation Systems via Injection Molding</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Applicationof_176774083025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