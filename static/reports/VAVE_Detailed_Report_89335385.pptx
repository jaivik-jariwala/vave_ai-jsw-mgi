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02-Jan-2026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projection of the 'HECTOR' badging on the tailgate at the rear end of the car from 4mm to 2.5mm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projection of the 'HECTOR' badging on the tailgate at the rear end of the car from 4mm to 2.5mm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4mm to 2.5mm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135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roj_176735032535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Replace ABS+PVC+PU with PP+PE-TD14 in the manufacture of both Front and Rear Passenger Armrest Trims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ABS+PVC+PU with PP+PE-TD14 in the manufacture of both Front and Rear Passenger Armrest Trims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Replace ABS+PVC+PU with PP+PE-TD14 in the manufacture of both Front and Rear Passenger Armrest Trims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126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ABSPVC_176735032569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Remove the Neoprene Foam Sheaths present on the fuel lines and the fuel inlet hose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Remove the Neoprene Foam Sheaths present on the fuel lines and the fuel inlet hose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142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movetheNeop_176735032588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1. Replace the 2240GSM Engine Bay Insulation Cover within MGI with a 1080 - 1100GSM Insulation Cover (PES-NF) as in KIA</a:t>
            </a:r>
            <a:br/>
            <a:r>
              <a:t>2. Replace the 5300GSM Cabin Insulation Cover within MGI with a 4550 - 4650GSM Insulation Cover as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1. Replace the 2240GSM Engine Bay Insulation Cover within MGI with a 1080 - 1100GSM Insulation Cover (PES-NF) as in KIA</a:t>
            </a:r>
            <a:br/>
            <a:r>
              <a:t>2. Replace the 5300GSM Cabin Insulation Cover within MGI with a 4550 - 4650GSM Insulation Cover as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41</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1Replacethe_176735032606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Reduce the Paint Coating Thickness of the highlighted Front Hood BiW Panel from 160 - 170μm to 100 - 110μm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Paint Coating Thickness of the highlighted Front Hood BiW Panel from 160 - 170μm to 100 - 110μm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170μm to 100 - 110μm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ain_176735032627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Optimize the gear tooth profile and surface treatment of the main reduction gearset within the MG Hector's transmission. This involves transitioning from a standard involute profile to a modified involute or trochoidal profile to reduce sliding friction and improve load-carrying capacity, coupled with a case hardening and polishing process instead of a standard heat treatment.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the gear tooth profile and surface treatment of the main reduction gearset within the MG Hector's transmission. This involves transitioning from a standard involute profile to a modified involute or trochoidal profile to reduce sliding friction and improve load-carrying capacity, coupled with a case hardening and polishing process instead of a standard heat treatment.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9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thege_176735032660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Substitute the current forged steel planetary gear carriers with a lightweight, high-strength aluminum alloy (e.g., 7075-T6) or a composite material for the reduction gear assembly. This requires redesigning the carrier to maintain structural integrity and thermal dissipation properties while leveraging material density advantages.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current forged steel planetary gear carriers with a lightweight, high-strength aluminum alloy (e.g., 7075-T6) or a composite material for the reduction gear assembly. This requires redesigning the carrier to maintain structural integrity and thermal dissipation properties while leveraging material density advantages.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Substitute the current forged steel planetary gear carriers with a lightweight, high-strength alumin</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7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ubstitutethe_176735032689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Implement a single-piece molded polymer housing for the reduction gear assembly, replacing the current multi-piece metal casing. This involves selecting a high-performance polymer blend (e.g., glass-fiber reinforced nylon or PPA) capable of withstanding operational temperatures and pressures, with integrated mounting points and bearing seats.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Implement a single-piece molded polymer housing for the reduction gear assembly, replacing the current multi-piece metal casing. This involves selecting a high-performance polymer blend (e.g., glass-fiber reinforced nylon or PPA) capable of withstanding operational temperatures and pressures, with integrated mounting points and bearing seats.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 glass-fiber reinforced nylon or PPA) capable of withstanding operational temperatures and pressure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mplementasin_176735032713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Reduce the number of gear meshes in the reduction stage by redesigning the gear train for a higher gear ratio in fewer stages. This might involve utilizing a planetary gear set with a larger diameter or a different configuration to achieve the desired reduction, thereby simplifying the overall assembly and reducing component count.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number of gear meshes in the reduction stage by redesigning the gear train for a higher gear ratio in fewer stages. This might involve utilizing a planetary gear set with a larger diameter or a different configuration to achieve the desired reduction, thereby simplifying the overall assembly and reducing component count.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numb_176735032741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Opt for a direct-drive electric motor integrated within the reduction gear housing for electric or hybrid variants, eliminating the need for a separate reduction gear assembly and its associated components. This involves designing a compact, high-torque density electric motor that directly drives the output shaft.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 for a direct-drive electric motor integrated within the reduction gear housing for electric or hybrid variants, eliminating the need for a separate reduction gear assembly and its associated components. This involves designing a compact, high-torque density electric motor that directly drives the output shaft.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sp>
        <p:nvSpPr>
          <p:cNvPr id="23" name="Rectangle 22"/>
          <p:cNvSpPr/>
          <p:nvPr/>
        </p:nvSpPr>
        <p:spPr>
          <a:xfrm>
            <a:off x="6035040" y="100584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ai_gen_Electricm_1767350327.jpg"/>
          <p:cNvPicPr>
            <a:picLocks noChangeAspect="1"/>
          </p:cNvPicPr>
          <p:nvPr/>
        </p:nvPicPr>
        <p:blipFill>
          <a:blip r:embed="rId2"/>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Utilize a novel lubrication system for the reduction gears, such as a mist lubrication or a low-viscosity oil with improved film strength, to reduce churning losses and friction. This would involve redesigning oil pathways and potentially using specialized bearing materials that perform well with minimal lubrication.</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Utilize a novel lubrication system for the reduction gears, such as a mist lubrication or a low-viscosity oil with improved film strength, to reduce churning losses and friction. This would involve redesigning oil pathways and potentially using specialized bearing materials that perform well with minimal lubrication.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This would involve redesigning oil pathways and potentially using specialized bearing materials that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96.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Utilizeanovel_176735033099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#12: Optimize Component Development Cycles for Performance Gains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Component Development Cycles for Performance Gains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Compon_176735033120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#13: Enhance Data Analysis for Component Performance Optimization</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Enhance Data Analysis for Component Performance Optimization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76.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EnhanceDataAn_176735033143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#14: Streamline Technical and Sporting Advisory Collaborations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Streamline Technical and Sporting Advisory Collaborations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sp>
        <p:nvSpPr>
          <p:cNvPr id="23" name="Rectangle 22"/>
          <p:cNvSpPr/>
          <p:nvPr/>
        </p:nvSpPr>
        <p:spPr>
          <a:xfrm>
            <a:off x="6035040" y="100584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sp>
        <p:nvSpPr>
          <p:cNvPr id="25" name="Rectangle 24"/>
          <p:cNvSpPr/>
          <p:nvPr/>
        </p:nvSpPr>
        <p:spPr>
          <a:xfrm>
            <a:off x="6035040" y="402336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