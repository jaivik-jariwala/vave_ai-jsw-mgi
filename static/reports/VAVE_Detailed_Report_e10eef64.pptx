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01-Jan-2026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Reduce the projection of the 'HECTOR' badging on the tailgate at the rear end of the car from 4mm to 2.5mm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projection of the 'HECTOR' badging on the tailgate at the rear end of the car from 4mm to 2.5mm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4mm to 2.5mm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135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6.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proj_176728869309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Reduce the 2.5mm wall thickness of the LH &amp; RH B-pillar Interior Lower Trims in MGI to 2.3mm as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2.5mm wall thickness of the LH &amp; RH B-pillar Interior Lower Trims in MGI to 2.3mm as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66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7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25m_176728869337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Replace ABS+PVC+PU with PP+PE-TD14 in the manufacture of both Front and Rear Passenger Armrest Trims of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ABS+PVC+PU with PP+PE-TD14 in the manufacture of both Front and Rear Passenger Armrest Trims of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Replace ABS+PVC+PU with PP+PE-TD14 in the manufacture of both Front and Rear Passenger Armrest Trims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126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6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ABSPVC_176728869350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Reduce the Paint Coating Thickness of the highlighted Front Hood BiW Panel from 160 - 170μm to 100 - 110μm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Paint Coating Thickness of the highlighted Front Hood BiW Panel from 160 - 170μm to 100 - 110μm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170μm to 100 - 110μm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82</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Pain_176728869363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Remove the Neoprene Foam Sheaths present on the fuel lines and the fuel inlet hose of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Remove the Neoprene Foam Sheaths present on the fuel lines and the fuel inlet hose of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142</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movetheNeop_176728869390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Minimize Technical Infringement Penalties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Minimize Technical Infringement Penalties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MinimizeTechni_176728869410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Optimize Component Reliability to Prevent Performance Degradation</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Component Reliability to Prevent Performance Degradation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7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eCompon_176728869433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