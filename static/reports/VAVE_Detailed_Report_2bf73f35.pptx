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Detailed Engineering Feasibility Report | 29-Jan-2026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1mm to 0.8mm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57</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1Reducetheo_176966217730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#2: The Brake Booster Plate in MGI could be integrated into the Dashboard BIW of the vehicle as done in KIA</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47</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TheBrakeBoost_1769662177591.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#3: Redesign the current Brake Pedal Mounting Bracket used in MGI to a similar bracket used in KIA.</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113</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Redesignthecu_176966217791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#4: Remove the black paint coating on the Brake Pedal Mounting Bracket within MGI</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Remove the black paint coating on the Brake Pedal Mounting Bracket within MGI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115</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Removetheblac_176966217805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#5: Reduce the minimum rotor thickness specification for the rear brake discs from 22mm to 20mm, considering material properties and wear rates.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minimum rotor thickness specification for the rear brake discs from 22mm to 20mm, considering material properties and wear rates.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Reduce the minimum rotor thickness specification for the rear brake discs from 22mm to 20mm, conside</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22mm to 20mm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150000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6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Reducethemini_1769662178231.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#6: Substitute the current cast iron caliper material for the front brakes with a higher-strength, lower-density aluminum alloy (e.g., A356-T6) with a redesigned internal fluid passage for thermal management.</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Substitute the current cast iron caliper material for the front brakes with a higher-strength, lower-density aluminum alloy (e.g., A356-T6) with a redesigned internal fluid passage for thermal management.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Substitute the current cast iron caliper material for the front brakes with a higher-strength, lower</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300000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Substitutethe_176966217835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#7: Optimize the dust shield gauge for the rear brake assemblies from 1.2mm to 1.0mm mild steel, while retaining its protective function against road debris.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Optimize the dust shield gauge for the rear brake assemblies from 1.2mm to 1.0mm mild steel, while retaining its protective function against road debris.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0mm mild steel, while retaining its protective function against road debris</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1.2mm to 1.0mm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100000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Optimizethedu_176966217860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#8: Implement a two-piece brake rotor design for the front axle, separating the friction ring from the hub carrier, using a lighter aluminum alloy for the hat section.</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Implement a two-piece brake rotor design for the front axle, separating the friction ring from the hub carrier, using a lighter aluminum alloy for the hat section.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Implement a two-piece brake rotor design for the front axle, separating the friction ring from the h</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400000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6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Reducethemini_1769662178231.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#9: Reduce the friction surface width of the front brake pads by 5mm, while maintaining the same pad volume and ensuring adequate swept area for the rotor.</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friction surface width of the front brake pads by 5mm, while maintaining the same pad volume and ensuring adequate swept area for the rotor.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120000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Reducethefric_176966217889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#10: Reduce the caliper piston diameter for the rear brake system by 2mm, optimizing hydraulic force distribution and potentially reducing caliper size/weight.</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caliper piston diameter for the rear brake system by 2mm, optimizing hydraulic force distribution and potentially reducing caliper size/weight.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100000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ai_gen_Standarda_1769662179.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ai_gen_Technical_176966220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#11: Reduce the number of cooling vents on the front brake rotors by 20%, provided FEA and dynamometer tests show minimal impact on thermal dissipation and fade resistance.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number of cooling vents on the front brake rotors by 20%, provided FEA and dynamometer tests show minimal impact on thermal dissipation and fade resistance.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130000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1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Reducethenumb_1769662206205.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#12: Substitute the current rubber brake hoses with braided stainless steel hoses for the front axle, enhancing durability and responsiveness under high pressure.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Substitute the current rubber brake hoses with braided stainless steel hoses for the front axle, enhancing durability and responsiveness under high pressure.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Substitute the current rubber brake hoses with braided stainless steel hoses for the front axle, enh</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90000</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0.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Substitutethe_176966220645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#13: Investigate the use of optimized, high-performance friction materials with enhanced thermal stability and a slightly modified rotor thickness for the MG Hector's braking system. The goal is to maintain or improve fade resistance and overall braking performance while potentially reducing material costs and weight compared to traditional high-end materials. Focus on materials that offer a good balance of friction coefficient across a wider temperature range, crucial for a heavy SUV like the Hector.</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Investigate the use of optimized, high-performance friction materials with enhanced thermal stability and a slightly modified rotor thickness for the MG Hector's braking system. The goal is to maintain or improve fade resistance and overall braking performance while potentially reducing material costs and weight compared to traditional high-end materials. Focus on materials that offer a good balance of friction coefficient across a wider temperature range, crucial for a heavy SUV like the Hector.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Investigate the use of optimized, high-performance friction materials with enhanced thermal stabilit</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7.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Investigatethe_176966220670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#14: Explore the application of advanced lightweight caliper materials, such as aluminum alloys with enhanced strength-to-weight ratios, for the MG Hector. This aims to reduce unsprung mass, contributing to improved vehicle dynamics and fuel efficiency, while ensuring the caliper can withstand the thermal and mechanical loads generated by a heavy vehicle. The design must be compatible with existing mounting points to minimize tooling CAPEX.</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Explore the application of advanced lightweight caliper materials, such as aluminum alloys with enhanced strength-to-weight ratios, for the MG Hector. This aims to reduce unsprung mass, contributing to improved vehicle dynamics and fuel efficiency, while ensuring the caliper can withstand the thermal and mechanical loads generated by a heavy vehicle. The design must be compatible with existing mounting points to minimize tooling CAPEX.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Explore the application of advanced lightweight caliper materials, such as aluminum alloys with enha</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0.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Exploretheapp_1769662207026.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#15: Implement a process optimization strategy for brake rotor manufacturing, focusing on reducing material waste and energy consumption during production. This could involve exploring advanced casting techniques or precision machining methods that allow for tighter tolerances and potentially thinner, yet equally robust, rotor designs. The goal is to lower manufacturing costs without compromising the thermal mass or fade resistance required for the MG Hector's weight.</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Implement a process optimization strategy for brake rotor manufacturing, focusing on reducing material waste and energy consumption during production. This could involve exploring advanced casting techniques or precision machining methods that allow for tighter tolerances and potentially thinner, yet equally robust, rotor designs. The goal is to lower manufacturing costs without compromising the thermal mass or fade resistance required for the MG Hector's weight.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Implement a process optimization strategy for brake rotor manufacturing, focusing on reducing materi</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0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Implementapro_176966220724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#16: Develop an AI-driven predictive maintenance system for the MG Hector's braking system. This system would analyze real-time sensor data (e.g., brake pedal feel, temperature, wear indicators) to predict component degradation and schedule maintenance proactively. This approach aims to reduce unexpected failures, optimize part lifespan, and potentially allow for slightly more cost-effective (but still durable) component selection by understanding their wear patterns more precisely.</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Develop an AI-driven predictive maintenance system for the MG Hector's braking system. This system would analyze real-time sensor data (e.g., brake pedal feel, temperature, wear indicators) to predict component degradation and schedule maintenance proactively. This approach aims to reduce unexpected failures, optimize part lifespan, and potentially allow for slightly more cost-effective (but still durable) component selection by understanding their wear patterns more precisely.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This approach aims to reduce unexpected failures, optimize part lifespan, and potentially allow for</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4.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comp_overlay_DevelopanAId_176966220749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