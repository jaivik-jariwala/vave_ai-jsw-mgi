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07-Jan-2026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Reduce the length of the Seat Release Straps found on the second and third-row seats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length of the Seat Release Straps found on the second and third-row seats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leng_176774617878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De-content the plastic trims found protecting the top tethers from both sides of the seat as the tethers could be placed within the seat fabric itself and a slit on the same could facilitate easy access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De-content the plastic trims found protecting the top tethers from both sides of the seat as the tethers could be placed within the seat fabric itself and a slit on the same could facilitate easy access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De-content the plastic trims found protecting the top tethers from both sides of the seat as the tet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contentthe_176774617902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Reduce the width of the trunk liner flap by 60mm from the upper edge.</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width of the trunk liner flap by 60mm from the upper edge.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Reduce the width of the trunk liner flap by 60mm from the upper edge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89</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widt_176774617933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Substitute the leather upholstery on the left-hand (LH) and right-hand (RH) sides of the third-row seat bases with the same fabric utilized on the LH and RH sides of the corresponding backrests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leather upholstery on the left-hand (LH) and right-hand (RH) sides of the third-row seat bases with the same fabric utilized on the LH and RH sides of the corresponding backrests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48</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9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ubstitutethe_1767746179552.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Eliminate the hooks from the receptacle trims found on the RH side of the headrest assemblies reducing the overall length from 53.3mm to 40mm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Eliminate the hooks from the receptacle trims found on the RH side of the headrest assemblies reducing the overall length from 53.3mm to 40mm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53.3mm to 40mm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64</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Eliminatetheh_176774617972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Integrate the primary pivot hinge for the rear seat back into the seat frame and backrest shell using a compliant living hinge design, replacing multi-component metal hinges.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Integrate the primary pivot hinge for the rear seat back into the seat frame and backrest shell using a compliant living hinge design, replacing multi-component metal hinges.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ntegratethep_176774617994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Redesign the seat back upright latch mechanism as a single-piece injection-molded compliant component, integrating the latch pawl, spring, and release lever functions.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Redesign the seat back upright latch mechanism as a single-piece injection-molded compliant component, integrating the latch pawl, spring, and release lever functions.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9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esignthese_176774618009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Mold the seat release handle and its associated cable guide channels directly into the upper trim of the rear seat back, replacing separate handle, bezel, and cable routing clips.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Mold the seat release handle and its associated cable guide channels directly into the upper trim of the rear seat back, replacing separate handle, bezel, and cable routing clips.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Mold the seat release handle and its associated cable guide channels directly into the upper trim of</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79.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Moldtheseatr_1767746180352.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Implement compliant features molded into the underside of the seat base and the vehicle floor pan to achieve self-aligning interlock and secure positioning when folded, replacing separate locator pins, brackets, and latches.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Implement compliant features molded into the underside of the seat base and the vehicle floor pan to achieve self-aligning interlock and secure positioning when folded, replacing separate locator pins, brackets, and latches.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mplementcompl_1767746180516.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Design the main structural shell of the rear seat back as a single-piece injection molding, integrating all mounting points, internal stiffening ribs, and compliant features for upholstery attachment, replacing multiple metal stampings and brackets.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Design the main structural shell of the rear seat back as a single-piece injection molding, integrating all mounting points, internal stiffening ribs, and compliant features for upholstery attachment, replacing multiple metal stampings and brackets.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signthemain_176774618076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Replace traditional coil springs or gas struts used for fold-assist mechanisms with integrated compliant structures within the seat frame itself, utilizing elastic deformation for energy storage and release.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traditional coil springs or gas struts used for fold-assist mechanisms with integrated compliant structures within the seat frame itself, utilizing elastic deformation for energy storage and release.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9.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traditi_176774618096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#12: Application of Paper Fiber-Reinforced Polypropylene for Integrated Rear Seat Mechanism Components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Application of Paper Fiber-Reinforced Polypropylene for Integrated Rear Seat Mechanism Components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Application of Paper Fiber-Reinforced Polypropylene for Integrated Rear Seat Mechanism Components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Applicationof_1767746181239.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#13: Integrated Aesthetic and Structural Design through Mold-In-Color for Rear Seat Mechanism Components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Integrated Aesthetic and Structural Design through Mold-In-Color for Rear Seat Mechanism Components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9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ntegratedAest_176774618143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