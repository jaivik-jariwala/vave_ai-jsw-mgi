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N/A</c:v>
                </c:pt>
                <c:pt idx="1">
                  <c:v>N/A</c:v>
                </c:pt>
                <c:pt idx="2">
                  <c:v>N/A</c:v>
                </c:pt>
                <c:pt idx="3">
                  <c:v>N/A</c:v>
                </c:pt>
                <c:pt idx="4">
                  <c:v>N/A</c:v>
                </c:pt>
                <c:pt idx="5">
                  <c:v>N/A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9144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Saving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Logic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2743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Saving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Logic</a:t>
                      </a:r>
                    </a:p>
                  </a:txBody>
                  <a:tcPr/>
                </a:tc>
              </a:tr>
              <a:tr h="2743200"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Savings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