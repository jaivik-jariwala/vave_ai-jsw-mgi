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2311-BIW-ID-05</c:v>
                </c:pt>
                <c:pt idx="1">
                  <c:v>2311-DA-ID-05</c:v>
                </c:pt>
                <c:pt idx="2">
                  <c:v>2311-DA-ID-06</c:v>
                </c:pt>
                <c:pt idx="3">
                  <c:v>2311-IT-ID-11</c:v>
                </c:pt>
                <c:pt idx="4">
                  <c:v>2311-ET-ID-18</c:v>
                </c:pt>
                <c:pt idx="5">
                  <c:v>2311-PRODUCT-ID-02</c:v>
                </c:pt>
                <c:pt idx="6">
                  <c:v>2311-EX-ID-06</c:v>
                </c:pt>
                <c:pt idx="7">
                  <c:v>2311-BIW-ID-07</c:v>
                </c:pt>
                <c:pt idx="8">
                  <c:v>2311-ET-ID-19</c:v>
                </c:pt>
                <c:pt idx="9">
                  <c:v>2311-IP-ID-19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82.0</c:v>
                </c:pt>
                <c:pt idx="1">
                  <c:v>104.0</c:v>
                </c:pt>
                <c:pt idx="2">
                  <c:v>148.0</c:v>
                </c:pt>
                <c:pt idx="3">
                  <c:v>86.0</c:v>
                </c:pt>
                <c:pt idx="4">
                  <c:v>67.0</c:v>
                </c:pt>
                <c:pt idx="5">
                  <c:v>130.0</c:v>
                </c:pt>
                <c:pt idx="6">
                  <c:v>60.0</c:v>
                </c:pt>
                <c:pt idx="7">
                  <c:v>71.0</c:v>
                </c:pt>
                <c:pt idx="8">
                  <c:v>101.0</c:v>
                </c:pt>
                <c:pt idx="9">
                  <c:v>85.0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7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Front Hood BiW Panel from 160 - 170μm to 100 - 110μm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overall length of the plastic trim from 80mm to 30mm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104.0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plastic trim used on the Hood Prop Rod in MGI with a foam cover trim as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supplier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supplier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Chirag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2024-02-16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11-layer headliner used in MGI with a 10-layer headliner as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2311-ET-ID-18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wall thickness of the Front and Rear Door Panel Exterior Main LH and RH Trims from 3mm to 2.8mm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tooling cost from YFI to be confirmed for business case calculations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tooling cost from YFI to be confirmed for business case calculations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2024-02-12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Plastic Caps mounted onto the doors, hood, and tailgate (total 14) with adhesive stickers.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2311-EX-ID-06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average wall thickness of the Exhaust Pipes (Pre-Silencer Outlet Pipe, Flexi Exhaust Outlet Connecting Pipe and Main Silencer Inlet Pipe) in MGI from 1.8mm and 1.4mm to 1.2mm as seen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Roof Side BiW Panels from 120 - 130μm to 100 - 110μm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2311-ET-ID-19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2.4mm average wall thickness of the Windshield Cowl Trim in MGI to 2mm as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101.0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Thinsulate Acoustic Insulation used within the Dashboard and Control Panel for NVH restriction within MGI with Noiselite PP-PET Insulation as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934.00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3</a:t>
            </a:r>
          </a:p>
          <a:p>
            <a:pPr>
              <a:defRPr sz="1000">
                <a:latin typeface="Calibri"/>
              </a:defRPr>
            </a:pPr>
            <a:r>
              <a:t>• Status NG: 7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934.00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