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2311-ET-ID-24</c:v>
                </c:pt>
                <c:pt idx="1">
                  <c:v>2311-IT-ID-22</c:v>
                </c:pt>
                <c:pt idx="2">
                  <c:v>2311-IP-ID-04</c:v>
                </c:pt>
                <c:pt idx="3">
                  <c:v>2311-SS-ID-04</c:v>
                </c:pt>
                <c:pt idx="4">
                  <c:v>2311-IP-ID-15</c:v>
                </c:pt>
                <c:pt idx="5">
                  <c:v>2311-IP-ID-02</c:v>
                </c:pt>
                <c:pt idx="6">
                  <c:v>2311-EL-ID-17</c:v>
                </c:pt>
                <c:pt idx="7">
                  <c:v>2311-DA-ID-34</c:v>
                </c:pt>
                <c:pt idx="8">
                  <c:v>2311-DA-ID-26</c:v>
                </c:pt>
                <c:pt idx="9">
                  <c:v>2311-IP-ID-12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132.0</c:v>
                </c:pt>
                <c:pt idx="1">
                  <c:v>42.0</c:v>
                </c:pt>
                <c:pt idx="2">
                  <c:v>87.0</c:v>
                </c:pt>
                <c:pt idx="3">
                  <c:v>48.0</c:v>
                </c:pt>
                <c:pt idx="4">
                  <c:v>60.0</c:v>
                </c:pt>
                <c:pt idx="5">
                  <c:v>87.0</c:v>
                </c:pt>
                <c:pt idx="6">
                  <c:v>139.0</c:v>
                </c:pt>
                <c:pt idx="7">
                  <c:v>100.0</c:v>
                </c:pt>
                <c:pt idx="8">
                  <c:v>147.0</c:v>
                </c:pt>
                <c:pt idx="9">
                  <c:v>76.0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6</c:v>
                </c:pt>
                <c:pt idx="3">
                  <c:v>3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Redesign the current front logo assembly making the mentioned changes,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Remove the Logo Holder (Black)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Instead of chrome plating the Logo Holding Bracket, finish it in Black and snap-fit the logo M and G onto this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3. Introduce a new chrome-plated edge trim to complete the design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2311-IT-ID-22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PP-T20 used in the manufacture of the Third Row LH &amp; RH Cup Holders with PP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42.0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ABS with PP-T20 in the manufacture of the Front-Row Handrest Rear Trim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2311-SS-ID-04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Substitute the leather upholstery on the left-hand (LH) and right-hand (RH) sides of the third-row seat bases with the same fabric utilized on the LH and RH sides of the corresponding backrests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for combined business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48.0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for combined business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2023-11-10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IP LHS &amp; RHS Trims since the finish could be achieved on ABS-made trims as well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PC+ABS/TPU used in the manufacture of the Centre Console Bottle Holder Trim with PP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Supplier evalutiaon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Supplier evalutiaon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2024-02-22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2311-EL-ID-17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oxygen sensors used in MGI with the oxygen sensors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Hold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Manish Jaju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2024-02-20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2311-DA-ID-34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Door Lock Request Sensor Assemblies used in MGI with the one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100.0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2311-DA-ID-26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ABS blend with PP-T20 in the manufacture of the Front and Rear Door Panel Side Trims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used in the manufacture of Cup Holder Cover Mounts LH &amp; RH within the IP assembly of MGI with standard ABS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Supplier evalutiaon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Supplier evalutiaon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2024-02-22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918.00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6</a:t>
            </a:r>
          </a:p>
          <a:p>
            <a:pPr>
              <a:defRPr sz="1000">
                <a:latin typeface="Calibri"/>
              </a:defRPr>
            </a:pPr>
            <a:r>
              <a:t>• Status NG: 3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918.00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