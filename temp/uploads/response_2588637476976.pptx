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2311-DA-ID-06</c:v>
                </c:pt>
                <c:pt idx="1">
                  <c:v>2311-DA-ID-22</c:v>
                </c:pt>
                <c:pt idx="2">
                  <c:v>2311-DA-ID-26</c:v>
                </c:pt>
                <c:pt idx="3">
                  <c:v>2311-SS-ID-10</c:v>
                </c:pt>
                <c:pt idx="4">
                  <c:v>2311-DA-ID-35</c:v>
                </c:pt>
                <c:pt idx="5">
                  <c:v>2311-IT-ID-26</c:v>
                </c:pt>
                <c:pt idx="6">
                  <c:v>2311-IT-ID-16</c:v>
                </c:pt>
                <c:pt idx="7">
                  <c:v>2311-ET-ID-27</c:v>
                </c:pt>
                <c:pt idx="8">
                  <c:v>2311-IT-ID-06</c:v>
                </c:pt>
                <c:pt idx="9">
                  <c:v>2311-FS-ID-02</c:v>
                </c:pt>
                <c:pt idx="10">
                  <c:v>AI-GEN-01</c:v>
                </c:pt>
                <c:pt idx="11">
                  <c:v>AI-GEN-01</c:v>
                </c:pt>
                <c:pt idx="12">
                  <c:v>AI-GEN-01</c:v>
                </c:pt>
                <c:pt idx="13">
                  <c:v>AI-GEN-01</c:v>
                </c:pt>
                <c:pt idx="14">
                  <c:v>AI-GEN-01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148.0</c:v>
                </c:pt>
                <c:pt idx="1">
                  <c:v>148.0</c:v>
                </c:pt>
                <c:pt idx="2">
                  <c:v>147.0</c:v>
                </c:pt>
                <c:pt idx="3">
                  <c:v>147.0</c:v>
                </c:pt>
                <c:pt idx="4">
                  <c:v>147.0</c:v>
                </c:pt>
                <c:pt idx="5">
                  <c:v>145.0</c:v>
                </c:pt>
                <c:pt idx="6">
                  <c:v>145.0</c:v>
                </c:pt>
                <c:pt idx="7">
                  <c:v>145.0</c:v>
                </c:pt>
                <c:pt idx="8">
                  <c:v>144.0</c:v>
                </c:pt>
                <c:pt idx="9">
                  <c:v>144.0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plastic trim used on the Hood Prop Rod in MGI with a foam cover trim as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supplier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supplier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Chirag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2024-02-16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PA6-GF30 with PA6-GF15 + MD25 in the manufacture of the Exterior Door Handle Rear Trims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ABS blend with PP-T20 in the manufacture of the Front and Rear Door Panel Side Trims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PP+EPDM-T20 used in the manufacture of the Second-Row Seat Bottom Cover and Cushion Cover Trims of MGI with standard PP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All trims foam &amp; cover idea will be again checked for feasibility with supplier &amp; BC evaluation.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All trims foam &amp; cover idea will be again checked for feasibility with supplier &amp; BC evaluation.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Kalp/Nishant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2023-12-31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PBT-GF30 with PA6-GF30 in the manufacture of the gear casings.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Consider in homeroom bucket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Consider in homeroom bucket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PP-T20 with PP in the manufacture of the grab handles within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PP+PE-T10 used in the manufacture of the Front A-Pillar Interior Trims in MGI with standard PP+PE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Thinsulate Acoustic Insulation used on the Front &amp; Rear Wheel Arch LH &amp; RH Liners for NVH restriction within MGI with Noiselite PP-PET Insulation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Eliminate the dead pedal trim provided in MGI.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date for sample availability (Functional &amp; Appearance check) - 1Nos 6 seater carpet without cut-out for dead pedal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date for sample availability (Functional &amp; Appearance check) - 1Nos 6 seater carpet without cut-out for dead pedal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2024-06-15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2311-FS-ID-02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Steel access cover used within MGI with a Plastic (PP(assumed)) one as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technical feasibilty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technical feasibilty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Sumanta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2024-04-23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replace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pa6-gf30 with pa6-gf15 in the manufacture of replace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pp-t20 in the manufacture of replace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152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pp+epdm-t20 with standard in the manufacture of replace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172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pbt-gf30 with pa6-gf30 in the manufacture of replace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193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15</a:t>
            </a:r>
          </a:p>
          <a:p>
            <a:pPr>
              <a:defRPr sz="1000">
                <a:latin typeface="Calibri"/>
              </a:defRPr>
            </a:pPr>
            <a:r>
              <a:t>• Total Potential Savings: INR 1,460.00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1</a:t>
            </a:r>
          </a:p>
          <a:p>
            <a:pPr>
              <a:defRPr sz="1000">
                <a:latin typeface="Calibri"/>
              </a:defRPr>
            </a:pPr>
            <a:r>
              <a:t>• Status TBD: 3</a:t>
            </a:r>
          </a:p>
          <a:p>
            <a:pPr>
              <a:defRPr sz="1000">
                <a:latin typeface="Calibri"/>
              </a:defRPr>
            </a:pPr>
            <a:r>
              <a:t>• Status NG: 5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15 ideas analyzed.</a:t>
            </a:r>
          </a:p>
          <a:p>
            <a:pPr>
              <a:defRPr sz="1800">
                <a:latin typeface="Calibri"/>
              </a:defRPr>
            </a:pPr>
            <a:r>
              <a:t>Total Savings: INR 1,460.00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