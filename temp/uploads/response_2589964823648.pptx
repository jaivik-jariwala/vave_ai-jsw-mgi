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2311-AI-ID-01</c:v>
                </c:pt>
                <c:pt idx="1">
                  <c:v>2311-EC-ID-02</c:v>
                </c:pt>
                <c:pt idx="2">
                  <c:v>AI-GEN-01</c:v>
                </c:pt>
                <c:pt idx="3">
                  <c:v>AI-GEN-01</c:v>
                </c:pt>
                <c:pt idx="4">
                  <c:v>AI-GEN-01</c:v>
                </c:pt>
                <c:pt idx="5">
                  <c:v>AI-GEN-01</c:v>
                </c:pt>
                <c:pt idx="6">
                  <c:v>AI-GEN-01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71.0</c:v>
                </c:pt>
                <c:pt idx="1">
                  <c:v>57.0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2311-AI-ID-01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Route the air filter bypass hose through the left of the engine assembly (left of the engine oil inlet) and thereby reduce 220mm in length.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2311-EC-ID-02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Route the Radiator to the Oil Chiller Hose through the right side of the Radiator to the Engine Assembly Hose as shown in the diagrams, resulting in a 100mm reduction in the overall hose length.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thickness/coating thickness of engine to optimize material usage and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51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thickness/coating thickness of engine to optimize material usage and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61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thickness/coating thickness of engine to optimize material usage and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70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9812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thickness/coating thickness of engine to optimize material usage and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80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thickness/coating thickness of engine to optimize material usage and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90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7</a:t>
            </a:r>
          </a:p>
          <a:p>
            <a:pPr>
              <a:defRPr sz="1000">
                <a:latin typeface="Calibri"/>
              </a:defRPr>
            </a:pPr>
            <a:r>
              <a:t>• Total Potential Savings: INR 128.00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2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7 ideas analyzed.</a:t>
            </a:r>
          </a:p>
          <a:p>
            <a:pPr>
              <a:defRPr sz="1800">
                <a:latin typeface="Calibri"/>
              </a:defRPr>
            </a:pPr>
            <a:r>
              <a:t>Total Savings: INR 128.00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