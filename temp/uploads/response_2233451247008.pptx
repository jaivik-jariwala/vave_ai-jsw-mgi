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2311-SP-ID-01</c:v>
                </c:pt>
                <c:pt idx="1">
                  <c:v>2311-BA-ID-01</c:v>
                </c:pt>
                <c:pt idx="2">
                  <c:v>2311-PA-ID-02</c:v>
                </c:pt>
                <c:pt idx="3">
                  <c:v>2311-PA-ID-01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57.0</c:v>
                </c:pt>
                <c:pt idx="1">
                  <c:v>47.0</c:v>
                </c:pt>
                <c:pt idx="2">
                  <c:v>113.0</c:v>
                </c:pt>
                <c:pt idx="3">
                  <c:v>115.0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18872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overall wall thickness of the Brake Dust Cover Plates present on all four wheel hubs of the vehicles from 1mm to 0.8mm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paint coating thickness on each side of all four plates from 56 microns to 27.8 microns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 Brake Booster Plate in MGI could be integrated into the Dashboard BIW of the vehicle as done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Brake Pedal Mounting Bracket used in MGI to a similar bracket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on the Brake Pedal Mounting Bracket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4</a:t>
            </a:r>
          </a:p>
          <a:p>
            <a:pPr>
              <a:defRPr sz="1000">
                <a:latin typeface="Calibri"/>
              </a:defRPr>
            </a:pPr>
            <a:r>
              <a:t>• Total Potential Savings: INR 332.00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2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4 ideas analyzed.</a:t>
            </a:r>
          </a:p>
          <a:p>
            <a:pPr>
              <a:defRPr sz="1800">
                <a:latin typeface="Calibri"/>
              </a:defRPr>
            </a:pPr>
            <a:r>
              <a:t>Total Savings: INR 332.00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