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AI-GEN-01</c:v>
                </c:pt>
                <c:pt idx="1">
                  <c:v>AI-GEN-02</c:v>
                </c:pt>
                <c:pt idx="2">
                  <c:v>AI-GEN-03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446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14859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Optimize Brainstorm topology to reduce mass by 12%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Run CAE analysis on Brainstorm structure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Run CAE analysis on Brainstorm structure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Consolidate Brainstorm sub-parts using unified molding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tooling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tooling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Use modular Brainstorm design to enable part sharing across variants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Verify interface constraints and supplier capability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Verify interface constraints and supplier capability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3</a:t>
            </a:r>
          </a:p>
          <a:p>
            <a:pPr>
              <a:defRPr sz="1000">
                <a:latin typeface="Calibri"/>
              </a:defRPr>
            </a:pPr>
            <a:r>
              <a:t>• Total Potential Savings: INR 0.00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0</a:t>
            </a:r>
          </a:p>
          <a:p>
            <a:pPr>
              <a:defRPr sz="1000">
                <a:latin typeface="Calibri"/>
              </a:defRPr>
            </a:pPr>
            <a:r>
              <a:t>• Status NG: 0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3 ideas analyzed.</a:t>
            </a:r>
          </a:p>
          <a:p>
            <a:pPr>
              <a:defRPr sz="1800">
                <a:latin typeface="Calibri"/>
              </a:defRPr>
            </a:pPr>
            <a:r>
              <a:t>Total Savings: INR 0.00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