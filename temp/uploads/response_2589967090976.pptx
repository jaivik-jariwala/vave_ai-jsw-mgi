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2311-ST-ID-03</c:v>
                </c:pt>
                <c:pt idx="1">
                  <c:v>AI-GEN-01</c:v>
                </c:pt>
                <c:pt idx="2">
                  <c:v>AI-GEN-01</c:v>
                </c:pt>
                <c:pt idx="3">
                  <c:v>AI-GEN-01</c:v>
                </c:pt>
                <c:pt idx="4">
                  <c:v>AI-GEN-01</c:v>
                </c:pt>
                <c:pt idx="5">
                  <c:v>AI-GEN-01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Cast Aluminium Steering Column Mount in MGI with a fabricated sheet welded onto the shaft as used in KIA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column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column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column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144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column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164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29718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column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183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6</a:t>
            </a:r>
          </a:p>
          <a:p>
            <a:pPr>
              <a:defRPr sz="1000">
                <a:latin typeface="Calibri"/>
              </a:defRPr>
            </a:pPr>
            <a:r>
              <a:t>• Total Potential Savings: INR 131.00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1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6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131.00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