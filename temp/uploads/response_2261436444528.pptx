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Replace current steel stabilizer link rod with a pultruded carbon fiber reinforced polymer (CFRP) rod, integrating thermoplastic end fittings through overmolding.</a:t>
                      </a:r>
                    </a:p>
                  </a:txBody>
                  <a:tcPr/>
                </a:tc>
                <a:tc>
                  <a:txBody>
                    <a:bodyPr wrap="square"/>
                    <a:lstStyle/>
                    <a:p>
                      <a:pPr>
                        <a:defRPr sz="1000">
                          <a:latin typeface="Calibri"/>
                        </a:defRPr>
                      </a:pPr>
                      <a:r>
                        <a:t>This proposal leverages the high specific strength and stiffness of CFRP to achieve significant weight reduction while maintaining the critical torsional and bending rigidity required for effective sway bar function. Pultrusion allows for continuous fiber alignment, maximizing axial and bending properties. The anisotropic nature of CFRP enables tailored fiber orientation to resist anticipated load paths. Overmolding of engineered thermoplastics, such as PA66-GF30, for the ball joint or bushing housings simplifies the manufacturing process by integrating the end fittings directly onto the composite rod, potentially eliminating complex threaded connections, welding, or multiple crimping operations. This approach reduces component count and assembly time. Validation will involve extensive fatigue testing of the composite-thermoplastic interface under cyclic loading representing real-world road inputs. Impact resistance (e.g., stone chip simulation), creep behavior at elevated temperatures, and environmental aging (salt spray, UV exposure) will be assessed to ensure long-term durability. Finite Element Analysis (FEA) will be crucial for predicting stress distribution, especially at the overmolded interface and during extreme suspension articulation, confirming structural integrity and buckling resistance.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leverages the high specific strength and stiffness of CFRP to achieve significant weight reduction while maintaining the critical torsional and bending rigidity required for effective sway bar function. Pultrusion allows for continuous fiber alignment, maximizing axial and bending properties. The anisotropic nature of CFRP enables tailored fiber orientation to resist anticipated load paths. Overmolding of engineered thermoplastics, such as PA66-GF30, for the ball joint or bushing housings simplifies the manufacturing process by integrating the end fittings directly onto the composite rod, potentially eliminating complex threaded connections, welding, or multiple crimping operations. This approach reduces component count and assembly time. Validation will involve extensive fatigue testing of the composite-thermoplastic interface under cyclic loading representing real-world road inputs. Impact resistance (e.g., stone chip simulation), creep behavior at elevated temperatures, and environmental aging (salt spray, UV exposure) will be assessed to ensure long-term durability. Finite Element Analysis (FEA) will be crucial for predicting stress distribution, especially at the overmolded interface and during extreme suspension articulation, confirming structural integrity and buckling resistance.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Develop a single-piece hollow stabilizer link rod manufactured through advanced hydroforming from high-strength steel tubing, creating integral ball joint seats or bushing retention features.</a:t>
                      </a:r>
                    </a:p>
                  </a:txBody>
                  <a:tcPr/>
                </a:tc>
                <a:tc>
                  <a:txBody>
                    <a:bodyPr wrap="square"/>
                    <a:lstStyle/>
                    <a:p>
                      <a:pPr>
                        <a:defRPr sz="1000">
                          <a:latin typeface="Calibri"/>
                        </a:defRPr>
                      </a:pPr>
                      <a:r>
                        <a:t>Current stabilizer link rod designs often involve a solid rod with separate forged or cast ball joint housings crimped or threaded onto the ends, leading to multiple components and assembly steps. Hydroforming allows for the creation of complex hollow geometries from a single steel tube, enabling the formation of integral features like ball joint seats or bushing retention geometries directly at the rod ends. This drastically reduces part count, eliminates welding, and simplifies assembly operations, yielding significant cost savings. The inherent stiffness-to-weight ratio of a hollow section is superior for resisting bending and torsional loads compared to a solid counterpart. Additionally, the hydroforming process can improve material grain structure and surface finish, enhancing fatigue life. Engineering validation necessitates comprehensive Finite Element Analysis (FEA) to predict material thinning, formability limits, and potential stress concentrations during the forming process. Prototype manufacturing will be followed by destructive testing, including burst pressure evaluation, bending fatigue, tensile strength of the integral features, and corrosion resistance. On-vehicle testing under diverse dynamic conditions will confirm performance and durability.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stabilizer link rod designs often involve a solid rod with separate forged or cast ball joint housings crimped or threaded onto the ends, leading to multiple components and assembly steps. Hydroforming allows for the creation of complex hollow geometries from a single steel tube, enabling the formation of integral features like ball joint seats or bushing retention geometries directly at the rod ends. This drastically reduces part count, eliminates welding, and simplifies assembly operations, yielding significant cost savings. The inherent stiffness-to-weight ratio of a hollow section is superior for resisting bending and torsional loads compared to a solid counterpart. Additionally, the hydroforming process can improve material grain structure and surface finish, enhancing fatigue life. Engineering validation necessitates comprehensive Finite Element Analysis (FEA) to predict material thinning, formability limits, and potential stress concentrations during the forming process. Prototype manufacturing will be followed by destructive testing, including burst pressure evaluation, bending fatigue, tensile strength of the integral features, and corrosion resistance. On-vehicle testing under diverse dynamic conditions will confirm performance and durability.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Integrate advanced self-lubricating polymer bushings directly into the stabilizer link rod end articulation, eliminating separate grease requirements and protective boots.</a:t>
                      </a:r>
                    </a:p>
                  </a:txBody>
                  <a:tcPr/>
                </a:tc>
                <a:tc>
                  <a:txBody>
                    <a:bodyPr wrap="square"/>
                    <a:lstStyle/>
                    <a:p>
                      <a:pPr>
                        <a:defRPr sz="1000">
                          <a:latin typeface="Calibri"/>
                        </a:defRPr>
                      </a:pPr>
                      <a:r>
                        <a:t>Traditional ball joint or bushing interfaces on stabilizer links necessitate grease and a protective rubber boot, which are common failure points and contribute to manufacturing cost. This proposal focuses on designing the end articulation to utilize advanced self-lubricating polymer bushings (e.g., PTFE-filled PEEK or UHMW-PE) with an optimized geometric interface. These materials are chosen for their inherently low friction coefficient, high wear resistance, and chemical inertness, thereby eliminating the need for external lubrication and protective boots over the component's entire service life. This reduces part count, assembly complexity, and maintenance requirements. The engineering challenge lies in ensuring consistent self-lubricating performance across extreme operating temperatures and varying load conditions. Validation will encompass extensive wear testing using specialized tribometers, dynamic friction coefficient measurements, and accelerated durability cycling under environmental extremes. NVH (Noise, Vibration, Harshness) analysis will confirm that the integrated polymer solution does not compromise ride quality or introduce undesirable noises. Material compatibility with road contaminants, such as water, dirt, and salts, is also a critical validation aspect.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ball joint or bushing interfaces on stabilizer links necessitate grease and a protective rubber boot, which are common failure points and contribute to manufacturing cost. This proposal focuses on designing the end articulation to utilize advanced self-lubricating polymer bushings (e.g., PTFE-filled PEEK or UHMW-PE) with an optimized geometric interface. These materials are chosen for their inherently low friction coefficient, high wear resistance, and chemical inertness, thereby eliminating the need for external lubrication and protective boots over the component's entire service life. This reduces part count, assembly complexity, and maintenance requirements. The engineering challenge lies in ensuring consistent self-lubricating performance across extreme operating temperatures and varying load conditions. Validation will encompass extensive wear testing using specialized tribometers, dynamic friction coefficient measurements, and accelerated durability cycling under environmental extremes. NVH (Noise, Vibration, Harshness) analysis will confirm that the integrated polymer solution does not compromise ride quality or introduce undesirable noises. Material compatibility with road contaminants, such as water, dirt, and salts, is also a critical validation aspect.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Implement a modular, tool-less adjustable length stabilizer link design, leveraging robust snap-fit or cam-lock mechanisms with internal pre-tensioned elastomeric elements.</a:t>
                      </a:r>
                    </a:p>
                  </a:txBody>
                  <a:tcPr/>
                </a:tc>
                <a:tc>
                  <a:txBody>
                    <a:bodyPr wrap="square"/>
                    <a:lstStyle/>
                    <a:p>
                      <a:pPr>
                        <a:defRPr sz="1000">
                          <a:latin typeface="Calibri"/>
                        </a:defRPr>
                      </a:pPr>
                      <a:r>
                        <a:t>Current stabilizer links are typically fixed-length, requiring unique part numbers for different vehicle variants or suspension geometries, which increases inventory complexity and manufacturing cost. An adjustable design, allowing for a defined range of length variation (e.g., 5-15mm) through an internal telescopic or threaded mechanism secured by a robust, quick-locking snap-fit or cam-lock system, would consolidate part numbers and simplify OEM assembly. The integration of a pre-tensioned elastomeric element within the adjustment mechanism can serve multiple purposes: absorbing minor NVH, reducing backlash, and providing a tactile 'click' feedback for proper engagement. This design aims to simplify vehicle assembly processes and potentially allow for easier aftermarket tuning. Engineering validation requires rigorous testing of the locking mechanism's shear strength, resistance to vibration-induced loosening, and long-term durability of the snap-fit material under cyclic loads. Fatigue testing of the entire adjustable mechanism, including the elastomeric components, is crucial. Environmental chamber testing will assess performance across temperature extremes and against dirt ingress. Finite Element Analysis (FEA) will be used to meticulously analyze load distribution within the adjustment mechanism to prevent localized stress concentrations.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Current stabilizer links are typically fixed-length, requiring unique part numbers for different vehicle variants or suspension geometries, which increases inventory complexity and manufacturing cost. An adjustable design, allowing for a defined range of length variation (e.g., 5-15mm) through an internal telescopic or threaded mechanism secured by a robust, quick-locking snap-fit or cam-lock system, would consolidate part numbers and simplify OEM assembly. The integration of a pre-tensioned elastomeric element within the adjustment mechanism can serve multiple purposes: absorbing minor NVH, reducing backlash, and providing a tactile 'click' feedback for proper engagement. This design aims to simplify vehicle assembly processes and potentially allow for easier aftermarket tuning. Engineering validation requires rigorous testing of the locking mechanism's shear strength, resistance to vibration-induced loosening, and long-term durability of the snap-fit material under cyclic loads. Fatigue testing of the entire adjustable mechanism, including the elastomeric components, is crucial. Environmental chamber testing will assess performance across temperature extremes and against dirt ingress. Finite Element Analysis (FEA) will be used to meticulously analyze load distribution within the adjustment mechanism to prevent localized stress concentrations.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Design a topology-optimized bi-material stabilizer link rod, using high-strength steel for critical high-stress connection areas and a lighter aluminum alloy for lower-stress central sections, joined by friction stir welding.</a:t>
                      </a:r>
                    </a:p>
                  </a:txBody>
                  <a:tcPr/>
                </a:tc>
                <a:tc>
                  <a:txBody>
                    <a:bodyPr wrap="square"/>
                    <a:lstStyle/>
                    <a:p>
                      <a:pPr>
                        <a:defRPr sz="1000">
                          <a:latin typeface="Calibri"/>
                        </a:defRPr>
                      </a:pPr>
                      <a:r>
                        <a:t>Traditional stabilizer links use a single material throughout, which often results in over-engineering the entire rod to accommodate peak stress points. This proposal utilizes topology optimization to precisely identify regions of the rod experiencing lower stress, enabling the substitution of a lighter, less dense material like an aluminum alloy in these areas. High-strength steel would be retained for the critical connection points, where localized stresses are highest and exceptional fatigue strength is paramount. The critical engineering challenge lies in the robust joining of these dissimilar metals. Friction stir welding (FSW) is proposed as it creates a high-integrity, solid-state joint with minimal heat-affected zone, mitigating issues like galvanic corrosion and stress risers common with fusion welding. Validation will involve comprehensive FEA to optimize material distribution and joint geometry, followed by extensive fatigue testing of the bi-material interface, tensile shear strength testing of the joint, and accelerated corrosion testing in salt spray environments, with particular focus on the material transition zone. Dynamic vehicle testing will confirm the NVH characteristics and overall performance of the optimized design.</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Traditional stabilizer links use a single material throughout, which often results in over-engineering the entire rod to accommodate peak stress points. This proposal utilizes topology optimization to precisely identify regions of the rod experiencing lower stress, enabling the substitution of a lighter, less dense material like an aluminum alloy in these areas. High-strength steel would be retained for the critical connection points, where localized stresses are highest and exceptional fatigue strength is paramount. The critical engineering challenge lies in the robust joining of these dissimilar metals. Friction stir welding (FSW) is proposed as it creates a high-integrity, solid-state joint with minimal heat-affected zone, mitigating issues like galvanic corrosion and stress risers common with fusion welding. Validation will involve comprehensive FEA to optimize material distribution and joint geometry, followed by extensive fatigue testing of the bi-material interface, tensile shear strength testing of the joint, and accelerated corrosion testing in salt spray environments, with particular focus on the material transition zone. Dynamic vehicle testing will confirm the NVH characteristics and overall performance of the optimized design.</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Integrate miniaturized, low-cost piezoresistive strain sensors directly into the stabilizer link rod structure during manufacturing to enable real-time suspension load monitoring and predictive maintenance.</a:t>
                      </a:r>
                    </a:p>
                  </a:txBody>
                  <a:tcPr/>
                </a:tc>
                <a:tc>
                  <a:txBody>
                    <a:bodyPr wrap="square"/>
                    <a:lstStyle/>
                    <a:p>
                      <a:pPr>
                        <a:defRPr sz="1000">
                          <a:latin typeface="Calibri"/>
                        </a:defRPr>
                      </a:pPr>
                      <a:r>
                        <a:t>While initially a value-add feature, embedding sensors can lead to long-term cost reductions through optimized predictive maintenance schedules, reduced warranty claims by identifying issues early, and enabling more sophisticated adaptive suspension systems. This proposal involves integrating micro-electro-mechanical systems (MEMS)-based piezoresistive strain gauges directly into the rod material, potentially during injection molding for composite ends or co-forging for metallic components. These sensors would wirelessly transmit real-time load data to the vehicle's ECU. This data can inform chassis control systems for dynamic damping or roll stiffness adjustments, or alert drivers/service technicians to impending wear, damage, or out-of-spec conditions in the suspension. The key engineering challenges are the robust encapsulation of these sensors to withstand the harsh automotive environment (temperature extremes, vibration, moisture, impacts), ensuring long-term signal integrity, and developing a reliable, compact power source (e.g., energy harvesting from vibration or small, sealed battery). Validation will involve extensive calibration of the sensors against known loads, fatigue testing of the sensor-integrated component, comprehensive electromagnetic compatibility (EMC) testing, and extensive field validation to correlate sensor data with actual component wear and potential failure modes, transforming the link rod into a 'smart' mechatronic system.</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While initially a value-add feature, embedding sensors can lead to long-term cost reductions through optimized predictive maintenance schedules, reduced warranty claims by identifying issues early, and enabling more sophisticated adaptive suspension systems. This proposal involves integrating micro-electro-mechanical systems (MEMS)-based piezoresistive strain gauges directly into the rod material, potentially during injection molding for composite ends or co-forging for metallic components. These sensors would wirelessly transmit real-time load data to the vehicle's ECU. This data can inform chassis control systems for dynamic damping or roll stiffness adjustments, or alert drivers/service technicians to impending wear, damage, or out-of-spec conditions in the suspension. The key engineering challenges are the robust encapsulation of these sensors to withstand the harsh automotive environment (temperature extremes, vibration, moisture, impacts), ensuring long-term signal integrity, and developing a reliable, compact power source (e.g., energy harvesting from vibration or small, sealed battery). Validation will involve extensive calibration of the sensors against known loads, fatigue testing of the sensor-integrated component, comprehensive electromagnetic compatibility (EMC) testing, and extensive field validation to correlate sensor data with actual component wear and potential failure modes, transforming the link rod into a 'smart' mechatronic system.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Optimize Cross-Functional Design Collaboration for Early Problem Identification</a:t>
                      </a:r>
                    </a:p>
                  </a:txBody>
                  <a:tcPr/>
                </a:tc>
                <a:tc>
                  <a:txBody>
                    <a:bodyPr wrap="square"/>
                    <a:lstStyle/>
                    <a:p>
                      <a:pPr>
                        <a:defRPr sz="1000">
                          <a:latin typeface="Calibri"/>
                        </a:defRPr>
                      </a:pPr>
                      <a:r>
                        <a:t>Implement an integrated Product Lifecycle Management (PLM) system or conduct early Design for Manufacturability (DFM) analysis workshops. This practice ensures that design and technical teams work together, enabling early communication of manufacturing constraints, material cost implications, and assembly challenges. By 'telling' designers these factors upfront, late-stage design changes and associated rework costs can be significantly reduced.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an integrated Product Lifecycle Management (PLM) system or conduct early Design for Manufacturability (DFM) analysis workshops. This practice ensures that design and technical teams work together, enabling early communication of manufacturing constraints, material cost implications, and assembly challenges. By 'telling' designers these factors upfront, late-stage design changes and associated rework costs can be significantly reduced.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Rationalize and Integrate Sensor Technologies</a:t>
                      </a:r>
                    </a:p>
                  </a:txBody>
                  <a:tcPr/>
                </a:tc>
                <a:tc>
                  <a:txBody>
                    <a:bodyPr wrap="square"/>
                    <a:lstStyle/>
                    <a:p>
                      <a:pPr>
                        <a:defRPr sz="1000">
                          <a:latin typeface="Calibri"/>
                        </a:defRPr>
                      </a:pPr>
                      <a:r>
                        <a:t>Conduct a comprehensive review of existing sensing components to identify redundancies or opportunities for consolidation. Explore replacing multiple single-function sensors with integrated, multi-parameter sensors (e.g., combining temperature and pressure sensing into one unit) or utilizing advanced Micro-Electro-Mechanical Systems (MEMS) sensors. This reduces the total number of parts, associated wiring harnesses, assembly time, and the overall cost of components that 'tell' critical technical data. Source: [https://www.f1technical.net/forum/viewtopic.php?t=32054&amp;start=7905]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Conduct a comprehensive review of existing sensing components to identify redundancies or opportunities for consolidation. Explore replacing multiple single-function sensors with integrated, multi-parameter sensors (e.g., combining temperature and pressure sensing into one unit) or utilizing advanced Micro-Electro-Mechanical Systems (MEMS) sensors. This reduces the total number of parts, associated wiring harnesses, assembly time, and the overall cost of components that 'tell' critical technical data. Source: [https://www.f1technical.net/forum/viewtopic.php?t=32054&amp;start=7905]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Leverage Data Analytics for Material and Component Optimization</a:t>
                      </a:r>
                    </a:p>
                  </a:txBody>
                  <a:tcPr/>
                </a:tc>
                <a:tc>
                  <a:txBody>
                    <a:bodyPr wrap="square"/>
                    <a:lstStyle/>
                    <a:p>
                      <a:pPr>
                        <a:defRPr sz="1000">
                          <a:latin typeface="Calibri"/>
                        </a:defRPr>
                      </a:pPr>
                      <a:r>
                        <a:t>Implement advanced data analytics and machine learning algorithms to analyze real-world operational data (e.g., stress, temperature, vibration, wear patterns) from existing components. This analysis can 'tell' engineers precisely where materials might be over-engineered, identify potential failure points, or suggest opportunities for material substitution (e.g., using a less expensive grade or reducing thickness) without compromising performance. This leads to optimized material usage and reduced costs. Source: [https://www.f1technical.net/forum/viewtopic.php?t=32051&amp;start=7125]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Implement advanced data analytics and machine learning algorithms to analyze real-world operational data (e.g., stress, temperature, vibration, wear patterns) from existing components. This analysis can 'tell' engineers precisely where materials might be over-engineered, identify potential failure points, or suggest opportunities for material substitution (e.g., using a less expensive grade or reducing thickness) without compromising performance. This leads to optimized material usage and reduced costs. Source: [https://www.f1technical.net/forum/viewtopic.php?t=32051&amp;start=7125]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