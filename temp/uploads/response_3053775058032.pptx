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2311-BIW-ID-06</c:v>
                </c:pt>
                <c:pt idx="1">
                  <c:v>2311-DA-ID-12</c:v>
                </c:pt>
                <c:pt idx="2">
                  <c:v>2311-IP-ID-16</c:v>
                </c:pt>
                <c:pt idx="3">
                  <c:v>2311-IT-ID-16</c:v>
                </c:pt>
                <c:pt idx="4">
                  <c:v>2311-ET-ID-07</c:v>
                </c:pt>
                <c:pt idx="5">
                  <c:v>2311-DA-ID-25</c:v>
                </c:pt>
                <c:pt idx="6">
                  <c:v>2311-ET-ID-24</c:v>
                </c:pt>
                <c:pt idx="7">
                  <c:v>2311-SS-ID-10</c:v>
                </c:pt>
                <c:pt idx="8">
                  <c:v>2311-SS-ID-01</c:v>
                </c:pt>
                <c:pt idx="9">
                  <c:v>2311-DA-ID-35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135.0</c:v>
                </c:pt>
                <c:pt idx="1">
                  <c:v>131.0</c:v>
                </c:pt>
                <c:pt idx="2">
                  <c:v>140.0</c:v>
                </c:pt>
                <c:pt idx="3">
                  <c:v>145.0</c:v>
                </c:pt>
                <c:pt idx="4">
                  <c:v>133.0</c:v>
                </c:pt>
                <c:pt idx="5">
                  <c:v>134.0</c:v>
                </c:pt>
                <c:pt idx="6">
                  <c:v>132.0</c:v>
                </c:pt>
                <c:pt idx="7">
                  <c:v>147.0</c:v>
                </c:pt>
                <c:pt idx="8">
                  <c:v>144.0</c:v>
                </c:pt>
                <c:pt idx="9">
                  <c:v>147.0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BiW Panel from 110 - 120μm to 70 - 80μm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PP-GF 15 in the manufacture of the LH and RH Side Spoiler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both Instrument Cluster Fascia Decorative Trim and the IP LHS &amp; RHS Decorative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PP+PE-T10 used in the manufacture of the Front A-Pillar Interior Trims in MGI with standard PP+PE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Front and Rear Fender Garnishes present on both LH and RH sides from 3.2mm to 2.8mm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used in the manufacture of the Door Panel Interior Main Trims 2 of MGI with PP-E/P-TD10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Business case to be evaluated (combined for DA-ID-24 &amp; 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Business case to be evaluated (combined for DA-ID-24 &amp; 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front logo assembly making the mentioned changes,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Logo Holder (Black)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Instead of chrome plating the Logo Holding Bracket, finish it in Black and snap-fit the logo M and G onto this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Introduce a new chrome-plated edge trim to complete the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PP+EPDM-T20 used in the manufacture of the Second-Row Seat Bottom Cover and Cushion Cover Trims of MGI with standard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Kalp/Nishant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2023-12-31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from the upper edge of the PVC panel of seat vent by 90mm.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the gear casings.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1,388.00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6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1,388.00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