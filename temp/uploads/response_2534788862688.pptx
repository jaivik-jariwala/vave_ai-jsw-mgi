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2311-PRODUCT-ID-01</c:v>
                </c:pt>
                <c:pt idx="1">
                  <c:v>2311-EL-ID-07</c:v>
                </c:pt>
                <c:pt idx="2">
                  <c:v>2311-EL-ID-04</c:v>
                </c:pt>
                <c:pt idx="3">
                  <c:v>2311-EL-ID-14</c:v>
                </c:pt>
                <c:pt idx="4">
                  <c:v>2311-EL-ID-06</c:v>
                </c:pt>
                <c:pt idx="5">
                  <c:v>2311-EL-ID-18</c:v>
                </c:pt>
                <c:pt idx="6">
                  <c:v>2311-EL-ID-11</c:v>
                </c:pt>
                <c:pt idx="7">
                  <c:v>2311-EL-ID-05</c:v>
                </c:pt>
                <c:pt idx="8">
                  <c:v>2311-IP-ID-08</c:v>
                </c:pt>
                <c:pt idx="9">
                  <c:v>2311-PRODUCT-ID-24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68.0</c:v>
                </c:pt>
                <c:pt idx="1">
                  <c:v>79.0</c:v>
                </c:pt>
                <c:pt idx="2">
                  <c:v>120.0</c:v>
                </c:pt>
                <c:pt idx="3">
                  <c:v>68.0</c:v>
                </c:pt>
                <c:pt idx="4">
                  <c:v>126.0</c:v>
                </c:pt>
                <c:pt idx="5">
                  <c:v>42.0</c:v>
                </c:pt>
                <c:pt idx="6">
                  <c:v>137.0</c:v>
                </c:pt>
                <c:pt idx="7">
                  <c:v>91.0</c:v>
                </c:pt>
                <c:pt idx="8">
                  <c:v>76.0</c:v>
                </c:pt>
                <c:pt idx="9">
                  <c:v>64.0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dual LED lamps used for rear license plate illumination with a pair of single LED lamps.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and RH DRL/Indicator Lamp Housings of MGI with PP-TD20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&amp; RH Front Fog Lamp Housing of MGI with PP-TD20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 used in the manufacture of the LH &amp; RH Rear Tail Lamps, Rear Center Light Bar and Rear Fog Lamp Bezels of MGI with PBT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and RH Headlamp Housings of MGI with PP-TD20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Auto Headlamp Photodiode Sensor used in MGI with the one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Tail Lamp Housings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 used in the manufacture of the LH &amp; RH Front Fog Lamp Bezels of MGI with PBT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mounting points allocated for the fasteners on the ambient light lenses reducing it's length to 15mm across all points and removing the locators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hooks from the receptacle trims found on the RH side of the headrest assemblies reducing the overall length from 53.3mm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871.00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8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871.00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