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2311-ET-ID-24</c:v>
                </c:pt>
                <c:pt idx="1">
                  <c:v>2311-DA-ID-27</c:v>
                </c:pt>
                <c:pt idx="2">
                  <c:v>2311-DA-ID-02</c:v>
                </c:pt>
                <c:pt idx="3">
                  <c:v>2311-IP-ID-10</c:v>
                </c:pt>
                <c:pt idx="4">
                  <c:v>2311-IP-ID-03</c:v>
                </c:pt>
                <c:pt idx="5">
                  <c:v>2311-AI-ID-04</c:v>
                </c:pt>
                <c:pt idx="6">
                  <c:v>2311-DA-ID-10</c:v>
                </c:pt>
                <c:pt idx="7">
                  <c:v>2311-DA-ID-03</c:v>
                </c:pt>
                <c:pt idx="8">
                  <c:v>2311-IP-ID-06</c:v>
                </c:pt>
                <c:pt idx="9">
                  <c:v>2311-SS-ID-08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132.0</c:v>
                </c:pt>
                <c:pt idx="1">
                  <c:v>126.0</c:v>
                </c:pt>
                <c:pt idx="2">
                  <c:v>55.0</c:v>
                </c:pt>
                <c:pt idx="3">
                  <c:v>130.0</c:v>
                </c:pt>
                <c:pt idx="4">
                  <c:v>72.0</c:v>
                </c:pt>
                <c:pt idx="5">
                  <c:v>42.0</c:v>
                </c:pt>
                <c:pt idx="6">
                  <c:v>135.0</c:v>
                </c:pt>
                <c:pt idx="7">
                  <c:v>66.0</c:v>
                </c:pt>
                <c:pt idx="8">
                  <c:v>126.0</c:v>
                </c:pt>
                <c:pt idx="9">
                  <c:v>119.0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9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front logo assembly making the mentioned changes,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Remove the Logo Holder (Black)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Instead of chrome plating the Logo Holding Bracket, finish it in Black and snap-fit the logo M and G onto this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3. Introduce a new chrome-plated edge trim to complete the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2311-DA-ID-27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ABS+PVC+PU with PP+PE-TD14 in the manufacture of both Front and Rear Passenger Armrest Trims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New tooling cost from YFI to be confirmed for business case calculations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Substitute ABS with PP-T20 for the production of the Door Recess Trims fastened onto the door control panel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availabilty and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availabilty and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Akhil/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2024-02-16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the Front-Row Armrest Inner Cover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Centre Console LH and RH Garnish Trims and the Infotainment Screen Garnish Trim present within the interior of the vehicle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Supplier evalutiaon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2311-AI-ID-04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Air Intake Upper Trim removing the service cover and the provisions provided to snap fit the same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Instead of using Aluminum in the manufacture of the Mirror Main Frame, use PA6-GF 50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new program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new program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PA6-G30 with PA6-GF20 in the manufacture of Speaker/Door Handle Housing Trim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2023-11-02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PC-ABS with ABS in the manufacture of the Front-Row Armrest Base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2311-SS-ID-08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PP-T20 and PP+EPDM-T20 with standard PP in the manufacture of Front-Row Seating Assembly Side Cover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1,003.00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1</a:t>
            </a:r>
          </a:p>
          <a:p>
            <a:pPr>
              <a:defRPr sz="1000">
                <a:latin typeface="Calibri"/>
              </a:defRPr>
            </a:pPr>
            <a:r>
              <a:t>• Status NG: 9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1,003.00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