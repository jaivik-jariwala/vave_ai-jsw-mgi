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2311-IP-ID-11</c:v>
                </c:pt>
                <c:pt idx="1">
                  <c:v>VAVE-SWI-056</c:v>
                </c:pt>
                <c:pt idx="2">
                  <c:v>2311-PRODUCT-ID-02</c:v>
                </c:pt>
                <c:pt idx="3">
                  <c:v>2311-PRODUCT-ID-23</c:v>
                </c:pt>
                <c:pt idx="4">
                  <c:v>2311-ET-ID-25</c:v>
                </c:pt>
                <c:pt idx="5">
                  <c:v>2311-EL-ID-17</c:v>
                </c:pt>
                <c:pt idx="6">
                  <c:v>VAVE-SWI-057</c:v>
                </c:pt>
                <c:pt idx="7">
                  <c:v>2311-PRODUCT-ID-25</c:v>
                </c:pt>
                <c:pt idx="8">
                  <c:v>2311-FS-ID-03</c:v>
                </c:pt>
                <c:pt idx="9">
                  <c:v>2311-IP-ID-13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138.0</c:v>
                </c:pt>
                <c:pt idx="1">
                  <c:v>0.0</c:v>
                </c:pt>
                <c:pt idx="2">
                  <c:v>130.0</c:v>
                </c:pt>
                <c:pt idx="3">
                  <c:v>71.0</c:v>
                </c:pt>
                <c:pt idx="4">
                  <c:v>122.0</c:v>
                </c:pt>
                <c:pt idx="5">
                  <c:v>139.0</c:v>
                </c:pt>
                <c:pt idx="6">
                  <c:v>0.0</c:v>
                </c:pt>
                <c:pt idx="7">
                  <c:v>69.0</c:v>
                </c:pt>
                <c:pt idx="8">
                  <c:v>75.0</c:v>
                </c:pt>
                <c:pt idx="9">
                  <c:v>87.0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PP-TD40 in the manufacture of the Front-Row Air Vent Casings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Potential saving evaluation of RM level is required to take this with SGMW for further discussions.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VAVE-SWI-056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Quarter Lower Insulation removal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NVH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NVH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Narendra/ 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2024-06-21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2311-PRODUCT-ID-23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Tailgate Bumper Stops in MGI into an 'L' shape reducing the length from 74mm to 40mm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Confirm with homeroom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Confirm for cost saving and tooling requirement.Homeroom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Confirm with homeroom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Confirm for cost saving and tooling requirement.Homeroom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1.Himanshu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Sruhti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PP-T20 in the manufacture of the reflector casing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oxygen sensors used in MGI with the oxygen sensors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Manish Jaju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VAVE-SWI-057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DP, Tailgate insulation change from PP PET to PET Felt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overall length of the Windshield Washer Fluid Reservoir neck by 30mm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2311-FS-ID-03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average wall thickness of the Baffle Plates present within the fuel tank assembly of MGI from 0.7mm to 0.6mm as seen in the fuel tank assembly of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POM with PA6-GF30 in the manufacture of Glove Box Lock Pins 1 &amp; 2 within the IP assembly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831.00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4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831.00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