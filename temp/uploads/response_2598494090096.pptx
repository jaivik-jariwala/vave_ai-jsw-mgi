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2311-EL-ID-10</c:v>
                </c:pt>
                <c:pt idx="1">
                  <c:v>2311-EL-ID-08</c:v>
                </c:pt>
                <c:pt idx="2">
                  <c:v>2311-EL-ID-09</c:v>
                </c:pt>
                <c:pt idx="3">
                  <c:v>AI-GEN-01</c:v>
                </c:pt>
                <c:pt idx="4">
                  <c:v>AI-GEN-01</c:v>
                </c:pt>
                <c:pt idx="5">
                  <c:v>AI-GEN-01</c:v>
                </c:pt>
                <c:pt idx="6">
                  <c:v>AI-GEN-01</c:v>
                </c:pt>
                <c:pt idx="7">
                  <c:v>AI-GEN-01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61.0</c:v>
                </c:pt>
                <c:pt idx="1">
                  <c:v>135.0</c:v>
                </c:pt>
                <c:pt idx="2">
                  <c:v>90.0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444GSM Battery Insulation Cover used in MGI with a 350GSM Insulation 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Thermal performance pending with change in density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Thermal performance pending with change in density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2024-03-29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Update the battery mounting technique in MGI to align with the one employed in KIA, including a redesign of the battery-securing enclosure.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separate tray provided at the base of the battery enclosure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homeroom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homeroom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2024-04-15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battery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76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battery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battery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battery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battery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8</a:t>
            </a:r>
          </a:p>
          <a:p>
            <a:pPr>
              <a:defRPr sz="1000">
                <a:latin typeface="Calibri"/>
              </a:defRPr>
            </a:pPr>
            <a:r>
              <a:t>• Total Potential Savings: INR 286.00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1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8 ideas analyzed.</a:t>
            </a:r>
          </a:p>
          <a:p>
            <a:pPr>
              <a:defRPr sz="1800">
                <a:latin typeface="Calibri"/>
              </a:defRPr>
            </a:pPr>
            <a:r>
              <a:t>Total Savings: INR 286.00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