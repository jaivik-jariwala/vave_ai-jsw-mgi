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Sheet1!$A$2:$A$10</c:f>
              <c:strCache>
                <c:ptCount val="9"/>
                <c:pt idx="0">
                  <c:v>AI-GEN-01</c:v>
                </c:pt>
                <c:pt idx="1">
                  <c:v>AI-GEN-02</c:v>
                </c:pt>
                <c:pt idx="2">
                  <c:v>AI-GEN-03</c:v>
                </c:pt>
                <c:pt idx="3">
                  <c:v>AI-GEN-04</c:v>
                </c:pt>
                <c:pt idx="4">
                  <c:v>AI-GEN-05</c:v>
                </c:pt>
                <c:pt idx="5">
                  <c:v>AI-GEN-06</c:v>
                </c:pt>
                <c:pt idx="6">
                  <c:v>WEB-GEN-01</c:v>
                </c:pt>
                <c:pt idx="7">
                  <c:v>WEB-GEN-02</c:v>
                </c:pt>
                <c:pt idx="8">
                  <c:v>WEB-GEN-03</c:v>
                </c:pt>
              </c:strCache>
            </c:strRef>
          </c:cat>
          <c:val>
            <c:numRef>
              <c:f>Sheet1!$B$2:$B$10</c:f>
              <c:numCache>
                <c:formatCode>General</c:formatCode>
                <c:ptCount val="9"/>
                <c:pt idx="0">
                  <c:v>0</c:v>
                </c:pt>
                <c:pt idx="1">
                  <c:v>0</c:v>
                </c:pt>
                <c:pt idx="2">
                  <c:v>0</c:v>
                </c:pt>
                <c:pt idx="3">
                  <c:v>0</c:v>
                </c:pt>
                <c:pt idx="4">
                  <c:v>0</c:v>
                </c:pt>
                <c:pt idx="5">
                  <c:v>0</c:v>
                </c:pt>
                <c:pt idx="6">
                  <c:v>0</c:v>
                </c:pt>
                <c:pt idx="7">
                  <c:v>0</c:v>
                </c:pt>
                <c:pt idx="8">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Implement a multi-material caliper construction utilizing high-pressure die-cast magnesium alloy for the primary body, strategically reinforcing critical load-bearing and wear surfaces (e.g., piston bores, mounting tabs) with hardened steel or ceramic matrix composite inserts.</a:t>
                      </a:r>
                    </a:p>
                  </a:txBody>
                  <a:tcPr/>
                </a:tc>
                <a:tc>
                  <a:txBody>
                    <a:bodyPr wrap="square"/>
                    <a:lstStyle/>
                    <a:p>
                      <a:pPr>
                        <a:defRPr sz="1000">
                          <a:latin typeface="Calibri"/>
                        </a:defRPr>
                      </a:pPr>
                      <a:r>
                        <a:t>This approach leverages the exceptional strength-to-weight ratio of magnesium, addressing unsprung mass reduction, while mitigating its inherent challenges regarding corrosion resistance and localized wear. The manufacturing process would involve precision casting of the magnesium body, followed by in-situ embedding or subsequent high-precision bonding of the denser, stronger inserts. Physics dictates that the primary caliper body functions as a rigid frame, absorbing compressive and torsional loads. Magnesium, with appropriate alloy selection and surface treatments, can meet these stiffness requirements at a significantly lower density than aluminum or cast iron. The critical interfaces—piston-to-bore and mounting points—experience extreme friction and concentrated stresses, necessitating materials with superior hardness and fatigue resistance. Validation will involve extensive Finite Element Analysis (FEA) for stress distribution, thermal dissipation, and modal analysis under various braking scenarios. Material compatibility, galvanic corrosion prevention, and long-term durability will be assessed through accelerated corrosion tests (salt spray, electrochemical), fatigue testing (pulsating pressure, vibration), and comprehensive bench testing simulating vehicle life cycles. Mechanical interface integrity between dissimilar materials will be paramount, requiring advanced non-destructive testing (NDT) such as ultrasonic or eddy current inspection.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approach leverages the exceptional strength-to-weight ratio of magnesium, addressing unsprung mass reduction, while mitigating its inherent challenges regarding corrosion resistance and localized wear. The manufacturing process would involve precision casting of the magnesium body, followed by in-situ embedding or subsequent high-precision bonding of the denser, stronger inserts. Physics dictates that the primary caliper body functions as a rigid frame, absorbing compressive and torsional loads. Magnesium, with appropriate alloy selection and surface treatments, can meet these stiffness requirements at a significantly lower density than aluminum or cast iron. The critical interfaces—piston-to-bore and mounting points—experience extreme friction and concentrated stresses, necessitating materials with superior hardness and fatigue resistance. Validation will involve extensive Finite Element Analysis (FEA) for stress distribution, thermal dissipation, and modal analysis under various braking scenarios. Material compatibility, galvanic corrosion prevention, and long-term durability will be assessed through accelerated corrosion tests (salt spray, electrochemical), fatigue testing (pulsating pressure, vibration), and comprehensive bench testing simulating vehicle life cycles. Mechanical interface integrity between dissimilar materials will be paramount, requiring advanced non-destructive testing (NDT) such as ultrasonic or eddy current inspection.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Develop a 'Lifetime Brake Fluid' based on advanced fluorinated ether or highly stable siloxane chemistries, designed with ultra-low hygroscopicity and enhanced thermal/oxidative stability to eliminate the need for periodic fluid replacement.</a:t>
                      </a:r>
                    </a:p>
                  </a:txBody>
                  <a:tcPr/>
                </a:tc>
                <a:tc>
                  <a:txBody>
                    <a:bodyPr wrap="square"/>
                    <a:lstStyle/>
                    <a:p>
                      <a:pPr>
                        <a:defRPr sz="1000">
                          <a:latin typeface="Calibri"/>
                        </a:defRPr>
                      </a:pPr>
                      <a:r>
                        <a:t>Current glycol-ether based brake fluids degrade primarily due to water absorption (hygroscopicity), leading to a reduction in wet boiling point and increased corrosivity. A non-hygroscopic or extremely low-hygroscopic fluid, leveraging the hydrophobic nature of fluorinated or siloxane compounds, would maintain its critical performance characteristics (boiling point, viscosity, lubricity) over the entire service life of the vehicle. The physics behind this involves intermolecular forces: developing fluids where water molecules are not readily absorbed or chemically bonded. Additionally, the fluid must exhibit superior thermal stability to withstand high braking temperatures without oxidative degradation or decomposition, and robust corrosion inhibition properties across a wide temperature range. Validation is critical: rigorous material compatibility testing with all existing brake system components (seals, hoses, ABS pump internals) is paramount to prevent swelling, degradation, or embrittlement. Extensive thermal cycling tests, accelerated aging tests (high temperature/humidity), wet/dry boiling point stability assessments, and long-duration bench and fleet vehicle testing will be required to confirm performance and durability over hundreds of thousands of kilometers under varied environmental conditions, far exceeding current DOT standards.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Current glycol-ether based brake fluids degrade primarily due to water absorption (hygroscopicity), leading to a reduction in wet boiling point and increased corrosivity. A non-hygroscopic or extremely low-hygroscopic fluid, leveraging the hydrophobic nature of fluorinated or siloxane compounds, would maintain its critical performance characteristics (boiling point, viscosity, lubricity) over the entire service life of the vehicle. The physics behind this involves intermolecular forces: developing fluids where water molecules are not readily absorbed or chemically bonded. Additionally, the fluid must exhibit superior thermal stability to withstand high braking temperatures without oxidative degradation or decomposition, and robust corrosion inhibition properties across a wide temperature range. Validation is critical: rigorous material compatibility testing with all existing brake system components (seals, hoses, ABS pump internals) is paramount to prevent swelling, degradation, or embrittlement. Extensive thermal cycling tests, accelerated aging tests (high temperature/humidity), wet/dry boiling point stability assessments, and long-duration bench and fleet vehicle testing will be required to confirm performance and durability over hundreds of thousands of kilometers under varied environmental conditions, far exceeding current DOT standards.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Redesign caliper bodies using advanced additive manufacturing (e.g., Selective Laser Melting of Al-Si alloys or Ti-6Al-4V) to enable topology-optimized structures with internal lattice geometries and integrated fluid passages, minimizing material usage and unsprung mass.</a:t>
                      </a:r>
                    </a:p>
                  </a:txBody>
                  <a:tcPr/>
                </a:tc>
                <a:tc>
                  <a:txBody>
                    <a:bodyPr wrap="square"/>
                    <a:lstStyle/>
                    <a:p>
                      <a:pPr>
                        <a:defRPr sz="1000">
                          <a:latin typeface="Calibri"/>
                        </a:defRPr>
                      </a:pPr>
                      <a:r>
                        <a:t>This proposal capitalizes on the geometric freedom of additive manufacturing (AM) to create highly complex, yet structurally efficient, designs unachievable with traditional casting or forging. By using topology optimization algorithms, material is placed only where functionally required to transmit forces, resulting in significant weight reduction without compromising stiffness or strength. The physics dictates that stress paths can be precisely mapped, and material removed from low-stress regions. Furthermore, internal fluid passages can be precisely engineered within the caliper body itself, optimizing flow dynamics, reducing dead volume, and potentially simplifying external plumbing. Validation will necessitate extensive computational mechanics, including non-linear FEA for static, dynamic, and thermal loads, especially considering the anisotropic properties inherent in AM parts. Material characterization of AM components is crucial, focusing on fatigue strength, fracture toughness, and creep resistance at operating temperatures. Post-processing steps like hot isostatic pressing (HIP) and surface finishing for critical areas (e.g., piston bores) must be developed and validated. A comprehensive NDT strategy (e.g., X-ray computed tomography) is essential to detect internal defects specific to AM processes, ensuring structural integrity and leak-proof fluid channels.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capitalizes on the geometric freedom of additive manufacturing (AM) to create highly complex, yet structurally efficient, designs unachievable with traditional casting or forging. By using topology optimization algorithms, material is placed only where functionally required to transmit forces, resulting in significant weight reduction without compromising stiffness or strength. The physics dictates that stress paths can be precisely mapped, and material removed from low-stress regions. Furthermore, internal fluid passages can be precisely engineered within the caliper body itself, optimizing flow dynamics, reducing dead volume, and potentially simplifying external plumbing. Validation will necessitate extensive computational mechanics, including non-linear FEA for static, dynamic, and thermal loads, especially considering the anisotropic properties inherent in AM parts. Material characterization of AM components is crucial, focusing on fatigue strength, fracture toughness, and creep resistance at operating temperatures. Post-processing steps like hot isostatic pressing (HIP) and surface finishing for critical areas (e.g., piston bores) must be developed and validated. A comprehensive NDT strategy (e.g., X-ray computed tomography) is essential to detect internal defects specific to AM processes, ensuring structural integrity and leak-proof fluid channels.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Implement a fully automated, robotic 'lights-out' manufacturing cell for caliper assembly and end-of-line testing, integrating real-time sensor fusion for quality control, predictive maintenance, and adaptive process adjustments.</a:t>
                      </a:r>
                    </a:p>
                  </a:txBody>
                  <a:tcPr/>
                </a:tc>
                <a:tc>
                  <a:txBody>
                    <a:bodyPr wrap="square"/>
                    <a:lstStyle/>
                    <a:p>
                      <a:pPr>
                        <a:defRPr sz="1000">
                          <a:latin typeface="Calibri"/>
                        </a:defRPr>
                      </a:pPr>
                      <a:r>
                        <a:t>This idea centers on optimizing manufacturing efficiency and quality through advanced automation. Robotics can handle component feeding, precise assembly of pistons, seals, and other sub-components, torquing of fasteners, and integration of brake pads. Key to this is the fusion of sensor data: machine vision systems for component recognition, defect detection, and positional accuracy; force-torque sensors on robot end-effectors for precise assembly; and in-line NDT such as acoustic emission or eddy current for material integrity checks on cast bodies. For hydraulic testing, automated pressure application and leak detection systems with micro-level sensitivity can identify flaws instantaneously. The underlying engineering principle is statistical process control combined with real-time feedback loops. Data from sensors allows for immediate adjustment of parameters (e.g., torque settings, assembly pressure) to maintain quality and minimize scrap. This reduces human error, improves cycle times, and provides a rich dataset for predictive maintenance of machinery. Validation involves thorough system integration testing, calibration routines for all sensors and actuators, rigorous robot programming validation (path planning, collision avoidance), and extensive run-off periods to achieve target quality metrics (e.g., CPK values) before full production rollout. Data security and robust cybersecurity protocols for connected manufacturing systems are also critical.</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idea centers on optimizing manufacturing efficiency and quality through advanced automation. Robotics can handle component feeding, precise assembly of pistons, seals, and other sub-components, torquing of fasteners, and integration of brake pads. Key to this is the fusion of sensor data: machine vision systems for component recognition, defect detection, and positional accuracy; force-torque sensors on robot end-effectors for precise assembly; and in-line NDT such as acoustic emission or eddy current for material integrity checks on cast bodies. For hydraulic testing, automated pressure application and leak detection systems with micro-level sensitivity can identify flaws instantaneously. The underlying engineering principle is statistical process control combined with real-time feedback loops. Data from sensors allows for immediate adjustment of parameters (e.g., torque settings, assembly pressure) to maintain quality and minimize scrap. This reduces human error, improves cycle times, and provides a rich dataset for predictive maintenance of machinery. Validation involves thorough system integration testing, calibration routines for all sensors and actuators, rigorous robot programming validation (path planning, collision avoidance), and extensive run-off periods to achieve target quality metrics (e.g., CPK values) before full production rollout. Data security and robust cybersecurity protocols for connected manufacturing systems are also critical.</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Develop and implement a 'Fluid-Integrated Caliper' design that significantly reduces the internal volume of brake fluid required and incorporates advanced sealing techniques to create a near-lifetime, factory-filled, non-serviceable fluid system.</a:t>
                      </a:r>
                    </a:p>
                  </a:txBody>
                  <a:tcPr/>
                </a:tc>
                <a:tc>
                  <a:txBody>
                    <a:bodyPr wrap="square"/>
                    <a:lstStyle/>
                    <a:p>
                      <a:pPr>
                        <a:defRPr sz="1000">
                          <a:latin typeface="Calibri"/>
                        </a:defRPr>
                      </a:pPr>
                      <a:r>
                        <a:t>This proposal focuses on minimizing the volume of brake fluid (a cost-driver and environmental concern) and maximizing the integrity of the hydraulic system. By optimizing the internal fluid passages within the caliper through advanced casting or precision machining, the overall fluid volume can be drastically reduced. This principle relies on minimizing dead spaces and ensuring laminar flow paths for efficient pressure transmission. The concept also involves utilizing superior, long-life elastomeric seals (e.g., perfluorinated elastomers or advanced EPDM variants) and a completely sealed manufacturing process, potentially eliminating external bleed nipples and banjo bolts in favor of integrated, press-fit or laser-welded connections to the brake line. This creates a 'sealed-for-life' unit from the factory. The physics behind reduced volume directly relates to reduced fluid material cost and potential for faster system response. Advanced sealing mechanisms, chosen for their chemical compatibility and thermal stability, prevent ingress of moisture or air, which are primary degradation pathways. Validation will include micro-CT scanning for internal passage integrity, extensive pressure cycling tests (millions of cycles) at extreme temperatures, and vacuum leak down tests with helium mass spectrometry for ultra-fine leak detection. Long-term material aging simulations for seals and fluid under representative operating conditions (temperature, pressure, vibration, UV exposure) are essential, alongside compatibility tests with next-generation brake fluids.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focuses on minimizing the volume of brake fluid (a cost-driver and environmental concern) and maximizing the integrity of the hydraulic system. By optimizing the internal fluid passages within the caliper through advanced casting or precision machining, the overall fluid volume can be drastically reduced. This principle relies on minimizing dead spaces and ensuring laminar flow paths for efficient pressure transmission. The concept also involves utilizing superior, long-life elastomeric seals (e.g., perfluorinated elastomers or advanced EPDM variants) and a completely sealed manufacturing process, potentially eliminating external bleed nipples and banjo bolts in favor of integrated, press-fit or laser-welded connections to the brake line. This creates a 'sealed-for-life' unit from the factory. The physics behind reduced volume directly relates to reduced fluid material cost and potential for faster system response. Advanced sealing mechanisms, chosen for their chemical compatibility and thermal stability, prevent ingress of moisture or air, which are primary degradation pathways. Validation will include micro-CT scanning for internal passage integrity, extensive pressure cycling tests (millions of cycles) at extreme temperatures, and vacuum leak down tests with helium mass spectrometry for ultra-fine leak detection. Long-term material aging simulations for seals and fluid under representative operating conditions (temperature, pressure, vibration, UV exposure) are essential, alongside compatibility tests with next-generation brake fluids.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46888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18872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Investigate and validate bio-derived polyalkylene glycol (PAG) or ester-based brake fluids with enhanced biodegradability, while maintaining or exceeding current DOT 4/5.1 performance standards and ensuring compatibility with existing brake system materials.</a:t>
                      </a:r>
                    </a:p>
                  </a:txBody>
                  <a:tcPr/>
                </a:tc>
                <a:tc>
                  <a:txBody>
                    <a:bodyPr wrap="square"/>
                    <a:lstStyle/>
                    <a:p>
                      <a:pPr>
                        <a:defRPr sz="1000">
                          <a:latin typeface="Calibri"/>
                        </a:defRPr>
                      </a:pPr>
                      <a:r>
                        <a:t>This initiative addresses the environmental impact and sustainability of brake fluids. Current petroleum-derived or synthetic glycol-ether fluids pose environmental challenges upon disposal or leakage. Developing bio-derived alternatives requires sophisticated chemical engineering to tailor molecular structures for optimal performance. The critical properties—wet and dry boiling points, viscosity stability across temperature ranges, lubricity for seals, and corrosion inhibition—must be met or surpassed. The physics and chemistry focus on designing molecules that are stable under extreme operational conditions (high heat, oxidative stress, shear forces) but can be broken down by natural processes (microbial degradation) once released into the environment. Ester or PAG chemistries offer promising pathways due to their tunable properties and potential for renewable feedstock sourcing. Validation is multifaceted: firstly, comprehensive material compatibility testing with all components within the brake system (rubber seals, plastics, metals, coatings) is non-negotiable, ensuring no swelling, embrittlement, or accelerated corrosion. Secondly, performance validation must adhere to or exceed global regulatory standards (e.g., SAE J1703/J1704 for DOT 4/5.1). Finally, rigorous biodegradability and ecotoxicity assessments (e.g., OECD guidelines) are required to quantify environmental benefits. A full Life Cycle Assessment (LCA) from feedstock to end-of-life will quantify the overall environmental footprint and economic viability.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initiative addresses the environmental impact and sustainability of brake fluids. Current petroleum-derived or synthetic glycol-ether fluids pose environmental challenges upon disposal or leakage. Developing bio-derived alternatives requires sophisticated chemical engineering to tailor molecular structures for optimal performance. The critical properties—wet and dry boiling points, viscosity stability across temperature ranges, lubricity for seals, and corrosion inhibition—must be met or surpassed. The physics and chemistry focus on designing molecules that are stable under extreme operational conditions (high heat, oxidative stress, shear forces) but can be broken down by natural processes (microbial degradation) once released into the environment. Ester or PAG chemistries offer promising pathways due to their tunable properties and potential for renewable feedstock sourcing. Validation is multifaceted: firstly, comprehensive material compatibility testing with all components within the brake system (rubber seals, plastics, metals, coatings) is non-negotiable, ensuring no swelling, embrittlement, or accelerated corrosion. Secondly, performance validation must adhere to or exceed global regulatory standards (e.g., SAE J1703/J1704 for DOT 4/5.1). Finally, rigorous biodegradability and ecotoxicity assessments (e.g., OECD guidelines) are required to quantify environmental benefits. A full Life Cycle Assessment (LCA) from feedstock to end-of-life will quantify the overall environmental footprint and economic viability.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Implement Advanced Manufacturing Techniques and Process Optimizations</a:t>
                      </a:r>
                    </a:p>
                  </a:txBody>
                  <a:tcPr/>
                </a:tc>
                <a:tc>
                  <a:txBody>
                    <a:bodyPr wrap="square"/>
                    <a:lstStyle/>
                    <a:p>
                      <a:pPr>
                        <a:defRPr sz="1000">
                          <a:latin typeface="Calibri"/>
                        </a:defRPr>
                      </a:pPr>
                      <a:r>
                        <a:t>Analyze current manufacturing processes for the 'give' component (or its related sub-components) to identify inefficiencies, bottlenecks, and material waste. Apply lean manufacturing principles (e.g., Kaizen, 5S) and adopt advanced manufacturing techniques such as automated assembly, optimized CNC machining parameters, or robotic material handling to reduce cycle times, labor costs, and scrap rates. Specific action: For any machining processes, optimize cutting speeds, feed rates, and tool paths to extend tool life and reduce machining time. Source: [https://indishtech.in/blog/case-study/achieving-30-cost-reduction-in-automotive-manufacturing-through-process-optimization/]</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Analyze current manufacturing processes for the 'give' component (or its related sub-components) to identify inefficiencies, bottlenecks, and material waste. Apply lean manufacturing principles (e.g., Kaizen, 5S) and adopt advanced manufacturing techniques such as automated assembly, optimized CNC machining parameters, or robotic material handling to reduce cycle times, labor costs, and scrap rates. Specific action: For any machining processes, optimize cutting speeds, feed rates, and tool paths to extend tool life and reduce machining time. Source: [https://indishtech.in/blog/case-study/achieving-30-cost-reduction-in-automotive-manufacturing-through-process-optimization/]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Adopt Additive Manufacturing for Production Tooling</a:t>
                      </a:r>
                    </a:p>
                  </a:txBody>
                  <a:tcPr/>
                </a:tc>
                <a:tc>
                  <a:txBody>
                    <a:bodyPr wrap="square"/>
                    <a:lstStyle/>
                    <a:p>
                      <a:pPr>
                        <a:defRPr sz="1000">
                          <a:latin typeface="Calibri"/>
                        </a:defRPr>
                      </a:pPr>
                      <a:r>
                        <a:t>Investigate the potential to convert conventionally manufactured production tooling (e.g., jigs, fixtures, molds, or specialized gauges) used in the production of the 'give' component to be produced using additive manufacturing (3D printing). For instance, replace cast or machined metal tooling with 3D printed metal tools (e.g., using a MetalFAB system) or polymer tools. This can significantly reduce tooling lead times, material waste, and enable design optimizations like integrated cooling channels or lightweighting that improve tool performance and extend lifespan. Source: [https://www.additiveindustries.com/hubfs/additive-industries-website/Automotive+v2/Volkswagen+Case+Study.pdf?hsLang=en]</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Investigate the potential to convert conventionally manufactured production tooling (e.g., jigs, fixtures, molds, or specialized gauges) used in the production of the 'give' component to be produced using additive manufacturing (3D printing). For instance, replace cast or machined metal tooling with 3D printed metal tools (e.g., using a MetalFAB system) or polymer tools. This can significantly reduce tooling lead times, material waste, and enable design optimizations like integrated cooling channels or lightweighting that improve tool performance and extend lifespan. Source: [https://www.additiveindustries.com/hubfs/additive-industries-website/Automotive+v2/Volkswagen+Case+Study.pdf?hsLang=en]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WEB-GEN-03</a:t>
                      </a:r>
                    </a:p>
                  </a:txBody>
                  <a:tcPr/>
                </a:tc>
                <a:tc>
                  <a:txBody>
                    <a:bodyPr wrap="square"/>
                    <a:lstStyle/>
                    <a:p>
                      <a:pPr>
                        <a:defRPr sz="1000">
                          <a:latin typeface="Calibri"/>
                        </a:defRPr>
                      </a:pPr>
                      <a:r>
                        <a:t>Material Substitution to Eliminate Post-Processing (e.g., Painting)</a:t>
                      </a:r>
                    </a:p>
                  </a:txBody>
                  <a:tcPr/>
                </a:tc>
                <a:tc>
                  <a:txBody>
                    <a:bodyPr wrap="square"/>
                    <a:lstStyle/>
                    <a:p>
                      <a:pPr>
                        <a:defRPr sz="1000">
                          <a:latin typeface="Calibri"/>
                        </a:defRPr>
                      </a:pPr>
                      <a:r>
                        <a:t>For the 'give' component, particularly if it's a trim part or a component requiring a specific aesthetic finish (e.g., high-gloss, specific color), evaluate the current material and manufacturing process. If the component currently requires post-processing like painting to achieve the desired look, investigate substituting the base material with an inherently high-gloss, pre-colored, or self-finished material. For example, replace a painted ABS component with a high-gloss PC/ABS blend, or an ASA/PMMA blend that provides the desired surface finish directly out of the mold, thereby eliminating the significant costs associated with painting, drying, and associated VOC emissions. Source: [https://www.visa-plastics.com/news-show-954.html]</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For the 'give' component, particularly if it's a trim part or a component requiring a specific aesthetic finish (e.g., high-gloss, specific color), evaluate the current material and manufacturing process. If the component currently requires post-processing like painting to achieve the desired look, investigate substituting the base material with an inherently high-gloss, pre-colored, or self-finished material. For example, replace a painted ABS component with a high-gloss PC/ABS blend, or an ASA/PMMA blend that provides the desired surface finish directly out of the mold, thereby eliminating the significant costs associated with painting, drying, and associated VOC emissions. Source: [https://www.visa-plastics.com/news-show-954.html]</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9</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9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