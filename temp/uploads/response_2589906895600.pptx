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2311-PRODUCT-ID-01</c:v>
                </c:pt>
                <c:pt idx="1">
                  <c:v>AI-GEN-01</c:v>
                </c:pt>
                <c:pt idx="2">
                  <c:v>AI-GEN-01</c:v>
                </c:pt>
                <c:pt idx="3">
                  <c:v>AI-GEN-01</c:v>
                </c:pt>
                <c:pt idx="4">
                  <c:v>AI-GEN-01</c:v>
                </c:pt>
                <c:pt idx="5">
                  <c:v>AI-GEN-01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dual LED lamps used for rear license plate illumination with a pair of single LED lamps.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Ojaswini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retrieve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54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status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65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ideas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75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output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85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29718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strict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95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6</a:t>
            </a:r>
          </a:p>
          <a:p>
            <a:pPr>
              <a:defRPr sz="1000">
                <a:latin typeface="Calibri"/>
              </a:defRPr>
            </a:pPr>
            <a:r>
              <a:t>• Total Potential Savings: INR 68.00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1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6 ideas analyzed.</a:t>
            </a:r>
          </a:p>
          <a:p>
            <a:pPr>
              <a:defRPr sz="1800">
                <a:latin typeface="Calibri"/>
              </a:defRPr>
            </a:pPr>
            <a:r>
              <a:t>Total Savings: INR 68.00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