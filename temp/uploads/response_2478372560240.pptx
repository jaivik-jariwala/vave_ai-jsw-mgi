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Cost Savings by Idea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Savings (INR)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AI-GEN-01</c:v>
                </c:pt>
                <c:pt idx="1">
                  <c:v>AI-GEN-02</c:v>
                </c:pt>
                <c:pt idx="2">
                  <c:v>AI-GEN-03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Ideas Status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dPt>
            <c:idx val="0"/>
            <c:spPr>
              <a:solidFill>
                <a:srgbClr val="0000FF"/>
              </a:solidFill>
            </c:spPr>
          </c:dPt>
          <c:dPt>
            <c:idx val="1"/>
            <c:spPr>
              <a:solidFill>
                <a:srgbClr val="FF0000"/>
              </a:solidFill>
            </c:spPr>
          </c:dPt>
          <c:dPt>
            <c:idx val="2"/>
            <c:spPr>
              <a:solidFill>
                <a:srgbClr val="008000"/>
              </a:solidFill>
            </c:spPr>
          </c:dPt>
          <c:dPt>
            <c:idx val="3"/>
            <c:spPr>
              <a:solidFill>
                <a:srgbClr val="800080"/>
              </a:solidFill>
            </c:spPr>
          </c:dPt>
          <c:cat>
            <c:strRef>
              <c:f>Sheet1!$A$2:$A$5</c:f>
              <c:strCache>
                <c:ptCount val="4"/>
                <c:pt idx="0">
                  <c:v>Implemented</c:v>
                </c:pt>
                <c:pt idx="1">
                  <c:v>Status OK</c:v>
                </c:pt>
                <c:pt idx="2">
                  <c:v>Status TBD</c:v>
                </c:pt>
                <c:pt idx="3">
                  <c:v>Status 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68880" y="9144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>
                <a:solidFill>
                  <a:srgbClr val="DC3545"/>
                </a:solidFill>
                <a:latin typeface="Calibri"/>
              </a:defRPr>
            </a:pPr>
            <a:r>
              <a:t>JSW MG MOTOR INDIA</a:t>
            </a:r>
          </a:p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Cost Reduction Idea Analysis Presentation</a:t>
            </a:r>
          </a:p>
          <a:p>
            <a:pPr>
              <a:defRPr sz="1600">
                <a:latin typeface="Calibri"/>
              </a:defRPr>
            </a:pPr>
            <a:r>
              <a:t>Presentation generated by VAVE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446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14859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AI-GEN-01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Optimize Door Panel topology to reduce mass by 12%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Run CAE analysis on Door Panel structure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0.00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Concept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Run CAE analysis on Door Panel structure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AI-GEN-02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Consolidate Door Panel sub-parts using unified molding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Check tooling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0.00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Concept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Check tooling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AI-GEN-03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Use modular Door Panel design to enable part sharing across variants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Verify interface constraints and supplier capability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0.00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Concept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Verify interface constraints and supplier capability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Chart Analysis Discussion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Pie chart for ideas status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4114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alibri"/>
              </a:defRPr>
            </a:pPr>
          </a:p>
          <a:p>
            <a:pPr>
              <a:defRPr sz="1000">
                <a:latin typeface="Calibri"/>
              </a:defRPr>
            </a:pPr>
            <a:r>
              <a:t>• Total Ideas: 3</a:t>
            </a:r>
          </a:p>
          <a:p>
            <a:pPr>
              <a:defRPr sz="1000">
                <a:latin typeface="Calibri"/>
              </a:defRPr>
            </a:pPr>
            <a:r>
              <a:t>• Total Potential Savings: INR 0.00</a:t>
            </a:r>
          </a:p>
          <a:p>
            <a:pPr>
              <a:defRPr sz="1000">
                <a:latin typeface="Calibri"/>
              </a:defRPr>
            </a:pPr>
            <a:r>
              <a:t>• Implemented Ideas: 0</a:t>
            </a:r>
          </a:p>
          <a:p>
            <a:pPr>
              <a:defRPr sz="1000">
                <a:latin typeface="Calibri"/>
              </a:defRPr>
            </a:pPr>
            <a:r>
              <a:t>• Status OK: 0</a:t>
            </a:r>
          </a:p>
          <a:p>
            <a:pPr>
              <a:defRPr sz="1000">
                <a:latin typeface="Calibri"/>
              </a:defRPr>
            </a:pPr>
            <a:r>
              <a:t>• Status TBD: 0</a:t>
            </a:r>
          </a:p>
          <a:p>
            <a:pPr>
              <a:defRPr sz="1000">
                <a:latin typeface="Calibri"/>
              </a:defRPr>
            </a:pPr>
            <a:r>
              <a:t>• Status NG: 0</a:t>
            </a:r>
          </a:p>
          <a:p>
            <a:pPr>
              <a:defRPr sz="1000">
                <a:latin typeface="Calibri"/>
              </a:defRPr>
            </a:pPr>
            <a:r>
              <a:t>• The provided cost reduction ideas focus on process deletions and material replacements to reduce manufacturing costs.</a:t>
            </a:r>
          </a:p>
          <a:p>
            <a:pPr>
              <a:defRPr sz="1000">
                <a:latin typeface="Calibri"/>
              </a:defRPr>
            </a:pPr>
            <a:r>
              <a:t>• Key proposals include removing paint coatings from brackets and mounts, replacing PC-ABS with ABS, and switching to galvanized steel for window regulators.</a:t>
            </a:r>
          </a:p>
          <a:p>
            <a:pPr>
              <a:defRPr sz="1000">
                <a:latin typeface="Calibri"/>
              </a:defRPr>
            </a:pPr>
            <a:r>
              <a:t>• These changes aim to maintain functionality while reducing costs and, in some cases, weight.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Summary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Total Ideas: 3 ideas analyzed.</a:t>
            </a:r>
          </a:p>
          <a:p>
            <a:pPr>
              <a:defRPr sz="1800">
                <a:latin typeface="Calibri"/>
              </a:defRPr>
            </a:pPr>
            <a:r>
              <a:t>Total Savings: INR 0.00 in potential cost reductions.</a:t>
            </a:r>
          </a:p>
          <a:p>
            <a:pPr>
              <a:defRPr sz="1800">
                <a:latin typeface="Calibri"/>
              </a:defRPr>
            </a:pPr>
            <a:r>
              <a:t>Key Proposals: Remove paint coatings from mounts and brackets, replace PC-ABS with ABS, and use galvanized steel for window regulators.</a:t>
            </a:r>
          </a:p>
          <a:p>
            <a:pPr>
              <a:defRPr sz="1800">
                <a:latin typeface="Calibri"/>
              </a:defRPr>
            </a:pPr>
            <a:r>
              <a:t>Status: All ideas currently TBD, pending further evaluation.</a:t>
            </a:r>
          </a:p>
          <a:p>
            <a:pPr>
              <a:defRPr sz="1800">
                <a:latin typeface="Calibri"/>
              </a:defRPr>
            </a:pPr>
            <a:r>
              <a:t>Focus: Cost reduction through process deletion and material substitution while maintaining functionality.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