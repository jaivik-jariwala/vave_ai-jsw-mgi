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traditional steel end links with a composite material (e.g., glass fiber reinforced polymer) utilizing optimized lay-up for torsional rigidity and axial strength.</a:t>
                      </a:r>
                    </a:p>
                  </a:txBody>
                  <a:tcPr/>
                </a:tc>
                <a:tc>
                  <a:txBody>
                    <a:bodyPr wrap="square"/>
                    <a:lstStyle/>
                    <a:p>
                      <a:pPr>
                        <a:defRPr sz="1000">
                          <a:latin typeface="Calibri"/>
                        </a:defRPr>
                      </a:pPr>
                      <a:r>
                        <a:t>The primary objective is to leverage the superior strength-to-weight ratio and corrosion resistance of composite materials over steel for suspension end links.  Analyze existing end link load cases (lateral forces, vertical wheel movement, body roll).  FEA simulations will be used to optimize fiber orientation and ply count to meet torsional stiffness and axial load requirements while minimizing material usage.  Experimental validation will involve static tensile and torsional testing of prototype links to failure, followed by dynamic fatigue testing under representative suspension cycle conditions to ensure durability.  Manufacturing process development will focus on cost-effective pultrusion or filament winding techniques.</a:t>
                      </a:r>
                    </a:p>
                  </a:txBody>
                  <a:tcPr/>
                </a:tc>
                <a:tc>
                  <a:txBody>
                    <a:bodyPr wrap="square"/>
                    <a:lstStyle/>
                    <a:p>
                      <a:pPr>
                        <a:defRPr sz="1000">
                          <a:latin typeface="Calibri"/>
                        </a:defRPr>
                      </a:pPr>
                      <a:r>
                        <a:t>1500000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primary objective is to leverage the superior strength-to-weight ratio and corrosion resistance of composite materials over steel for suspension end links.  Analyze existing end link load cases (lateral forces, vertical wheel movement, body roll).  FEA simulations will be used to optimize fiber orientation and ply count to meet torsional stiffness and axial load requirements while minimizing material usage.  Experimental validation will involve static tensile and torsional testing of prototype links to failure, followed by dynamic fatigue testing under representative suspension cycle conditions to ensure durability.  Manufacturing process development will focus on cost-effective pultrusion or filament winding techniques.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Integrate the spherical bearing directly into the end link body, eliminating the need for separate pressed-in or bolted-on bearing housings and their associated fasteners.</a:t>
                      </a:r>
                    </a:p>
                  </a:txBody>
                  <a:tcPr/>
                </a:tc>
                <a:tc>
                  <a:txBody>
                    <a:bodyPr wrap="square"/>
                    <a:lstStyle/>
                    <a:p>
                      <a:pPr>
                        <a:defRPr sz="1000">
                          <a:latin typeface="Calibri"/>
                        </a:defRPr>
                      </a:pPr>
                      <a:r>
                        <a:t>This approach seeks to consolidate components and reduce assembly steps. The integration will require careful design of the end link end to accept and retain the spherical bearing element securely.  Material selection for the end link body will consider compatibility with bearing materials and manufacturing processes (e.g., forged aluminum or high-strength steel).  Analysis will focus on the stress concentration around the integrated bearing seat and the load transfer mechanisms. Validation will involve pull-out tests for the bearing retention, and dynamic testing to evaluate fatigue life under combined axial and angular loading.  Manufacturing feasibility studies will assess the impact on forging or machining processes.</a:t>
                      </a:r>
                    </a:p>
                  </a:txBody>
                  <a:tcPr/>
                </a:tc>
                <a:tc>
                  <a:txBody>
                    <a:bodyPr wrap="square"/>
                    <a:lstStyle/>
                    <a:p>
                      <a:pPr>
                        <a:defRPr sz="1000">
                          <a:latin typeface="Calibri"/>
                        </a:defRPr>
                      </a:pPr>
                      <a:r>
                        <a:t>1200000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seeks to consolidate components and reduce assembly steps. The integration will require careful design of the end link end to accept and retain the spherical bearing element securely.  Material selection for the end link body will consider compatibility with bearing materials and manufacturing processes (e.g., forged aluminum or high-strength steel).  Analysis will focus on the stress concentration around the integrated bearing seat and the load transfer mechanisms. Validation will involve pull-out tests for the bearing retention, and dynamic testing to evaluate fatigue life under combined axial and angular loading.  Manufacturing feasibility studies will assess the impact on forging or machining processes.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Utilize a 'bent tube' design for the end link body, eliminating the need for separate forging or machining of complex shapes, and reducing material waste.</a:t>
                      </a:r>
                    </a:p>
                  </a:txBody>
                  <a:tcPr/>
                </a:tc>
                <a:tc>
                  <a:txBody>
                    <a:bodyPr wrap="square"/>
                    <a:lstStyle/>
                    <a:p>
                      <a:pPr>
                        <a:defRPr sz="1000">
                          <a:latin typeface="Calibri"/>
                        </a:defRPr>
                      </a:pPr>
                      <a:r>
                        <a:t>This proposal targets cost reduction through a simpler manufacturing process.  Instead of machining from a solid bar or forging a complex profile, the end link will be fabricated from a bent tube with appropriate wall thickness and diameter to withstand bending and torsional loads.  FEA will be crucial to define the optimal tube profile and bend radii to avoid excessive stress concentrations.  The connection points for the spherical bearings will be adapted to accommodate the tubular geometry, potentially through internal inserts or specialized end fittings.  Validation will include fatigue testing of bent sections under representative loading conditions and dimensional analysis to ensure consistent geometry.</a:t>
                      </a:r>
                    </a:p>
                  </a:txBody>
                  <a:tcPr/>
                </a:tc>
                <a:tc>
                  <a:txBody>
                    <a:bodyPr wrap="square"/>
                    <a:lstStyle/>
                    <a:p>
                      <a:pPr>
                        <a:defRPr sz="1000">
                          <a:latin typeface="Calibri"/>
                        </a:defRPr>
                      </a:pPr>
                      <a:r>
                        <a:t>1000000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targets cost reduction through a simpler manufacturing process.  Instead of machining from a solid bar or forging a complex profile, the end link will be fabricated from a bent tube with appropriate wall thickness and diameter to withstand bending and torsional loads.  FEA will be crucial to define the optimal tube profile and bend radii to avoid excessive stress concentrations.  The connection points for the spherical bearings will be adapted to accommodate the tubular geometry, potentially through internal inserts or specialized end fittings.  Validation will include fatigue testing of bent sections under representative loading conditions and dimensional analysis to ensure consistent geometry.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Develop a modular end link system with interchangeable spherical bearings and adjustable length, allowing for standardization across multiple vehicle platforms and simplified repair.</a:t>
                      </a:r>
                    </a:p>
                  </a:txBody>
                  <a:tcPr/>
                </a:tc>
                <a:tc>
                  <a:txBody>
                    <a:bodyPr wrap="square"/>
                    <a:lstStyle/>
                    <a:p>
                      <a:pPr>
                        <a:defRPr sz="1000">
                          <a:latin typeface="Calibri"/>
                        </a:defRPr>
                      </a:pPr>
                      <a:r>
                        <a:t>The aim is to increase design flexibility and reduce part proliferation. A central, robust end link body will be designed with standardized interface features. Spherical bearings will be available in various sizes and load capacities, and a threaded adjustment mechanism will allow for fine-tuning of the suspension geometry (e.g., camber/caster).  The mechanical design must ensure secure locking of the adjustment mechanism to prevent unintended changes.  FEA will be used to analyze the threaded interface under dynamic loads and the strength of the standardized connection points.  Durability testing will focus on the adjustment mechanism's fatigue life and the retention of the spherical bearings.</a:t>
                      </a:r>
                    </a:p>
                  </a:txBody>
                  <a:tcPr/>
                </a:tc>
                <a:tc>
                  <a:txBody>
                    <a:bodyPr wrap="square"/>
                    <a:lstStyle/>
                    <a:p>
                      <a:pPr>
                        <a:defRPr sz="1000">
                          <a:latin typeface="Calibri"/>
                        </a:defRPr>
                      </a:pPr>
                      <a:r>
                        <a:t>800000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aim is to increase design flexibility and reduce part proliferation. A central, robust end link body will be designed with standardized interface features. Spherical bearings will be available in various sizes and load capacities, and a threaded adjustment mechanism will allow for fine-tuning of the suspension geometry (e.g., camber/caster).  The mechanical design must ensure secure locking of the adjustment mechanism to prevent unintended changes.  FEA will be used to analyze the threaded interface under dynamic loads and the strength of the standardized connection points.  Durability testing will focus on the adjustment mechanism's fatigue life and the retention of the spherical bearings.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Employ a hydroformed end link body to achieve complex cross-sectional shapes that optimize stiffness and reduce material usage compared to conventional cylindrical designs.</a:t>
                      </a:r>
                    </a:p>
                  </a:txBody>
                  <a:tcPr/>
                </a:tc>
                <a:tc>
                  <a:txBody>
                    <a:bodyPr wrap="square"/>
                    <a:lstStyle/>
                    <a:p>
                      <a:pPr>
                        <a:defRPr sz="1000">
                          <a:latin typeface="Calibri"/>
                        </a:defRPr>
                      </a:pPr>
                      <a:r>
                        <a:t>Hydroforming allows for the creation of intricate shapes from tubing using high-pressure fluid, enabling tailored cross-sections (e.g., oval, D-shaped) to be precisely controlled.  This can significantly improve torsional rigidity and bending resistance for a given wall thickness and material.  FEA will be used to explore various cross-sectional geometries and optimize them for specific load paths.  The hydroforming process itself needs to be validated for consistency and repeatability.  Prototype parts will undergo rigorous static and dynamic testing to verify their performance against traditional designs, with a focus on fatigue life and dimensional accuracy.</a:t>
                      </a:r>
                    </a:p>
                  </a:txBody>
                  <a:tcPr/>
                </a:tc>
                <a:tc>
                  <a:txBody>
                    <a:bodyPr wrap="square"/>
                    <a:lstStyle/>
                    <a:p>
                      <a:pPr>
                        <a:defRPr sz="1000">
                          <a:latin typeface="Calibri"/>
                        </a:defRPr>
                      </a:pPr>
                      <a:r>
                        <a:t>1300000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Hydroforming allows for the creation of intricate shapes from tubing using high-pressure fluid, enabling tailored cross-sections (e.g., oval, D-shaped) to be precisely controlled.  This can significantly improve torsional rigidity and bending resistance for a given wall thickness and material.  FEA will be used to explore various cross-sectional geometries and optimize them for specific load paths.  The hydroforming process itself needs to be validated for consistency and repeatability.  Prototype parts will undergo rigorous static and dynamic testing to verify their performance against traditional designs, with a focus on fatigue life and dimensional accuracy.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Substitute traditional rubber or polyurethane bushings in the end link connection points with self-lubricating, low-friction composite bushings to enhance durability and reduce maintenance.</a:t>
                      </a:r>
                    </a:p>
                  </a:txBody>
                  <a:tcPr/>
                </a:tc>
                <a:tc>
                  <a:txBody>
                    <a:bodyPr wrap="square"/>
                    <a:lstStyle/>
                    <a:p>
                      <a:pPr>
                        <a:defRPr sz="1000">
                          <a:latin typeface="Calibri"/>
                        </a:defRPr>
                      </a:pPr>
                      <a:r>
                        <a:t>This proposal focuses on improving longevity and reducing servicing costs by replacing wear-prone elastomer bushings.  Composite bushings (e.g., PTFE-impregnated fiberglass or UHMW-PE) offer excellent wear resistance and low coefficients of friction, minimizing the need for lubrication.  The design will involve integrating these composite bushings into the end link's mounting points.  Analysis will focus on the bearing pressure and contact stress distribution under dynamic loading.  Extensive durability testing, simulating millions of suspension cycles and various environmental conditions (temperature, moisture, debris), will be conducted to validate the lifespan and performance of the composite bushings compared to traditional solutions.</a:t>
                      </a:r>
                    </a:p>
                  </a:txBody>
                  <a:tcPr/>
                </a:tc>
                <a:tc>
                  <a:txBody>
                    <a:bodyPr wrap="square"/>
                    <a:lstStyle/>
                    <a:p>
                      <a:pPr>
                        <a:defRPr sz="1000">
                          <a:latin typeface="Calibri"/>
                        </a:defRPr>
                      </a:pPr>
                      <a:r>
                        <a:t>700000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improving longevity and reducing servicing costs by replacing wear-prone elastomer bushings.  Composite bushings (e.g., PTFE-impregnated fiberglass or UHMW-PE) offer excellent wear resistance and low coefficients of friction, minimizing the need for lubrication.  The design will involve integrating these composite bushings into the end link's mounting points.  Analysis will focus on the bearing pressure and contact stress distribution under dynamic loading.  Extensive durability testing, simulating millions of suspension cycles and various environmental conditions (temperature, moisture, debris), will be conducted to validate the lifespan and performance of the composite bushings compared to traditional solutions.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