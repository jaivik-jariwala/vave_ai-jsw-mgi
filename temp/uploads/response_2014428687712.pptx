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VAVE-SWI-046</c:v>
                </c:pt>
                <c:pt idx="1">
                  <c:v>2311-IT-ID-05</c:v>
                </c:pt>
                <c:pt idx="2">
                  <c:v>2311-EL-ID-01</c:v>
                </c:pt>
                <c:pt idx="3">
                  <c:v>2311-IP-ID-16</c:v>
                </c:pt>
                <c:pt idx="4">
                  <c:v>2311-EC-ID-02</c:v>
                </c:pt>
                <c:pt idx="5">
                  <c:v>2311-IP-ID-15</c:v>
                </c:pt>
                <c:pt idx="6">
                  <c:v>2311-PRODUCT-ID-03</c:v>
                </c:pt>
                <c:pt idx="7">
                  <c:v>VAVE-SWI-035</c:v>
                </c:pt>
                <c:pt idx="8">
                  <c:v>VAVE-SWI-004</c:v>
                </c:pt>
                <c:pt idx="9">
                  <c:v>2311-IP-ID-14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</c:v>
                </c:pt>
                <c:pt idx="1">
                  <c:v>40.0</c:v>
                </c:pt>
                <c:pt idx="2">
                  <c:v>142.0</c:v>
                </c:pt>
                <c:pt idx="3">
                  <c:v>140.0</c:v>
                </c:pt>
                <c:pt idx="4">
                  <c:v>57.0</c:v>
                </c:pt>
                <c:pt idx="5">
                  <c:v>60.0</c:v>
                </c:pt>
                <c:pt idx="6">
                  <c:v>126.0</c:v>
                </c:pt>
                <c:pt idx="7">
                  <c:v>8.0</c:v>
                </c:pt>
                <c:pt idx="8">
                  <c:v>0.0</c:v>
                </c:pt>
                <c:pt idx="9">
                  <c:v>111.0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8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VAVE-SWI-046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Cluster Bezel Ring Platin to Painting 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2311-IT-ID-05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TPE Coaster/Insert positioned at the base of the front centre armrest storage compartment with a Fabric 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40.0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16-pin connector set used on the IRVM assembly with an 8-pin connector set.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10 pin connector availability with supplier (similar to 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10 pin connector availability with supplier (similar to 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2023-11-24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ABS in the manufacture of both Instrument Cluster Fascia Decorative Trim and the IP LHS &amp; RHS Decorative Trims since the finish could be achieved on ABS-made trims as well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 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2311-EC-ID-02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Route the Radiator to the Oil Chiller Hose through the right side of the Radiator to the Engine Assembly Hose as shown in the diagrams, resulting in a 100mm reduction in the overall hose length.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57.0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ABS in the manufacture of IP LHS &amp; RHS Trims since the finish could be achieved on ABS-made trims as well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rubber bushes used on the wiper blade mounting bolts with the plastic protective cap.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VAVE-SWI-035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Mirror button material change SS-USA To ZAMAK 5 -Local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Suspension - Dust cap weight reduction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Redesign the Instrument Cluster Fascia separating both the garnish trim and the fascia while simultaneously replacing PC-ABS with PP-TD20 in the manufacture of the separated fascia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684.00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2</a:t>
            </a:r>
          </a:p>
          <a:p>
            <a:pPr>
              <a:defRPr sz="1000">
                <a:latin typeface="Calibri"/>
              </a:defRPr>
            </a:pPr>
            <a:r>
              <a:t>• Status NG: 8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684.00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