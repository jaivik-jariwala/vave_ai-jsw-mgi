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Utilize a multi-material approach for the 'look' component, incorporating a high-strength, low-density composite outer skin bonded to an optimized stamped steel inner structure. The composite will be a continuous fiber-reinforced polymer (CFRP) with strategically placed glass fiber reinforcement in lower-stress areas to balance stiffness and cost.</a:t>
                      </a:r>
                    </a:p>
                  </a:txBody>
                  <a:tcPr/>
                </a:tc>
                <a:tc>
                  <a:txBody>
                    <a:bodyPr wrap="square"/>
                    <a:lstStyle/>
                    <a:p>
                      <a:pPr>
                        <a:defRPr sz="1000">
                          <a:latin typeface="Calibri"/>
                        </a:defRPr>
                      </a:pPr>
                      <a:r>
                        <a:t>This approach leverages the inherent stiffness-to-weight advantage of composites for the visible exterior surface, reducing overall mass. The steel substructure provides a cost-effective and robust mounting platform for associated hardware. Finite Element Analysis (FEA) will be performed to optimize the steel gauge and ribbing for load transfer and vibration damping. Drop tests and impact simulations will validate structural integrity. Material characterization of the chosen composite and steel grades will be conducted, followed by bonding process development and pull-off testing. Correlation between simulation and physical testing will be established through strain gauge measurements on prototype components.</a:t>
                      </a:r>
                    </a:p>
                  </a:txBody>
                  <a:tcPr/>
                </a:tc>
                <a:tc>
                  <a:txBody>
                    <a:bodyPr wrap="square"/>
                    <a:lstStyle/>
                    <a:p>
                      <a:pPr>
                        <a:defRPr sz="1000">
                          <a:latin typeface="Calibri"/>
                        </a:defRPr>
                      </a:pPr>
                      <a:r>
                        <a:t>5000000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the inherent stiffness-to-weight advantage of composites for the visible exterior surface, reducing overall mass. The steel substructure provides a cost-effective and robust mounting platform for associated hardware. Finite Element Analysis (FEA) will be performed to optimize the steel gauge and ribbing for load transfer and vibration damping. Drop tests and impact simulations will validate structural integrity. Material characterization of the chosen composite and steel grades will be conducted, followed by bonding process development and pull-off testing. Correlation between simulation and physical testing will be established through strain gauge measurements on prototype components.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Implement a hydroformed aluminum alloy structure for the 'look' component. This process allows for complex geometries and integral mounting points, eliminating multiple welding operations and reducing the number of individual parts.</a:t>
                      </a:r>
                    </a:p>
                  </a:txBody>
                  <a:tcPr/>
                </a:tc>
                <a:tc>
                  <a:txBody>
                    <a:bodyPr wrap="square"/>
                    <a:lstStyle/>
                    <a:p>
                      <a:pPr>
                        <a:defRPr sz="1000">
                          <a:latin typeface="Calibri"/>
                        </a:defRPr>
                      </a:pPr>
                      <a:r>
                        <a:t>Hydroforming offers excellent dimensional accuracy and high stiffness-to-weight ratios inherent to aluminum. The ability to create intricate shapes allows for optimal stress distribution and potentially integrated functional features, further reducing part count. Design for Manufacturing (DFM) studies will focus on optimizing tube cross-sections and bend radii. FEA will be used to analyze static and dynamic loads, including crash simulations. Validation will involve physical testing of hydroformed samples for material properties and dimensional stability, followed by full component load testing to verify stiffness and fatigue life. Acoustic testing will assess NVH performance.</a:t>
                      </a:r>
                    </a:p>
                  </a:txBody>
                  <a:tcPr/>
                </a:tc>
                <a:tc>
                  <a:txBody>
                    <a:bodyPr wrap="square"/>
                    <a:lstStyle/>
                    <a:p>
                      <a:pPr>
                        <a:defRPr sz="1000">
                          <a:latin typeface="Calibri"/>
                        </a:defRPr>
                      </a:pPr>
                      <a:r>
                        <a:t>7000000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Hydroforming offers excellent dimensional accuracy and high stiffness-to-weight ratios inherent to aluminum. The ability to create intricate shapes allows for optimal stress distribution and potentially integrated functional features, further reducing part count. Design for Manufacturing (DFM) studies will focus on optimizing tube cross-sections and bend radii. FEA will be used to analyze static and dynamic loads, including crash simulations. Validation will involve physical testing of hydroformed samples for material properties and dimensional stability, followed by full component load testing to verify stiffness and fatigue life. Acoustic testing will assess NVH performance.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Employ a topology optimization driven design for a cast magnesium alloy 'look' component. This technique will remove unnecessary material while maintaining critical structural integrity, resulting in a highly efficient and lightweight part.</a:t>
                      </a:r>
                    </a:p>
                  </a:txBody>
                  <a:tcPr/>
                </a:tc>
                <a:tc>
                  <a:txBody>
                    <a:bodyPr wrap="square"/>
                    <a:lstStyle/>
                    <a:p>
                      <a:pPr>
                        <a:defRPr sz="1000">
                          <a:latin typeface="Calibri"/>
                        </a:defRPr>
                      </a:pPr>
                      <a:r>
                        <a:t>Magnesium offers a significant weight advantage over aluminum and steel. Topology optimization, guided by FEA under anticipated load cases, will identify material placement for maximum stiffness and strength with minimum mass. The casting process allows for complex, integrated features. Validation will involve iterative FEA studies to converge on an optimized design. Prototype casting trials will be conducted to assess castability and surface finish. Mechanical testing of cast magnesium samples will confirm material properties. Load and vibration testing of the final component will validate its performance against design targets. Non-destructive testing (NDT) will be used to identify any casting defects.</a:t>
                      </a:r>
                    </a:p>
                  </a:txBody>
                  <a:tcPr/>
                </a:tc>
                <a:tc>
                  <a:txBody>
                    <a:bodyPr wrap="square"/>
                    <a:lstStyle/>
                    <a:p>
                      <a:pPr>
                        <a:defRPr sz="1000">
                          <a:latin typeface="Calibri"/>
                        </a:defRPr>
                      </a:pPr>
                      <a:r>
                        <a:t>6000000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Magnesium offers a significant weight advantage over aluminum and steel. Topology optimization, guided by FEA under anticipated load cases, will identify material placement for maximum stiffness and strength with minimum mass. The casting process allows for complex, integrated features. Validation will involve iterative FEA studies to converge on an optimized design. Prototype casting trials will be conducted to assess castability and surface finish. Mechanical testing of cast magnesium samples will confirm material properties. Load and vibration testing of the final component will validate its performance against design targets. Non-destructive testing (NDT) will be used to identify any casting defects.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Transition to a thin-wall, high-strength steel (HSS) stamped design with strategically placed reinforcements and lightening holes. Utilize advanced stamping techniques such as flow-forming or deep drawing to achieve complex curvatures and integrate mounting features.</a:t>
                      </a:r>
                    </a:p>
                  </a:txBody>
                  <a:tcPr/>
                </a:tc>
                <a:tc>
                  <a:txBody>
                    <a:bodyPr wrap="square"/>
                    <a:lstStyle/>
                    <a:p>
                      <a:pPr>
                        <a:defRPr sz="1000">
                          <a:latin typeface="Calibri"/>
                        </a:defRPr>
                      </a:pPr>
                      <a:r>
                        <a:t>By leveraging HSS, material thickness can be significantly reduced without compromising strength. Advanced stamping enables the creation of complex shapes that can further optimize stiffness and reduce mass through intelligent design. FEA will be used to analyze stress concentrations and identify areas for lightening holes or reinforcing beads. Tooling design for advanced stamping will be critical and will require detailed simulation of material flow. Validation will include stamping trials to assess formability and dimensional accuracy. Static and dynamic load testing of the stamped component will verify structural performance and fatigue life. Surface finish and corrosion resistance will be evaluated through environmental testing.</a:t>
                      </a:r>
                    </a:p>
                  </a:txBody>
                  <a:tcPr/>
                </a:tc>
                <a:tc>
                  <a:txBody>
                    <a:bodyPr wrap="square"/>
                    <a:lstStyle/>
                    <a:p>
                      <a:pPr>
                        <a:defRPr sz="1000">
                          <a:latin typeface="Calibri"/>
                        </a:defRPr>
                      </a:pPr>
                      <a:r>
                        <a:t>4000000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By leveraging HSS, material thickness can be significantly reduced without compromising strength. Advanced stamping enables the creation of complex shapes that can further optimize stiffness and reduce mass through intelligent design. FEA will be used to analyze stress concentrations and identify areas for lightening holes or reinforcing beads. Tooling design for advanced stamping will be critical and will require detailed simulation of material flow. Validation will include stamping trials to assess formability and dimensional accuracy. Static and dynamic load testing of the stamped component will verify structural performance and fatigue life. Surface finish and corrosion resistance will be evaluated through environmental testing.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Develop a novel approach using 3D printed continuous fiber reinforced polymer (CFRP) for the 'look' component. This allows for on-demand, highly customized geometries and integrated functional elements, while minimizing material waste and tooling costs.</a:t>
                      </a:r>
                    </a:p>
                  </a:txBody>
                  <a:tcPr/>
                </a:tc>
                <a:tc>
                  <a:txBody>
                    <a:bodyPr wrap="square"/>
                    <a:lstStyle/>
                    <a:p>
                      <a:pPr>
                        <a:defRPr sz="1000">
                          <a:latin typeface="Calibri"/>
                        </a:defRPr>
                      </a:pPr>
                      <a:r>
                        <a:t>3D printing with continuous fibers offers exceptional mechanical properties and design freedom. This technology enables the creation of lattice structures and highly optimized geometries that are impossible with traditional manufacturing. Material selection will focus on high-performance thermoplastic matrices with carbon fiber reinforcement. FEA will be crucial for guiding the print path and fiber orientation to maximize structural performance. Validation will involve testing of printed coupons for tensile strength, stiffness, and interlaminar shear strength. Full component testing under various load conditions, including fatigue and impact, will be conducted. Process control and quality assurance for 3D printing will be a key focus area.</a:t>
                      </a:r>
                    </a:p>
                  </a:txBody>
                  <a:tcPr/>
                </a:tc>
                <a:tc>
                  <a:txBody>
                    <a:bodyPr wrap="square"/>
                    <a:lstStyle/>
                    <a:p>
                      <a:pPr>
                        <a:defRPr sz="1000">
                          <a:latin typeface="Calibri"/>
                        </a:defRPr>
                      </a:pPr>
                      <a:r>
                        <a:t>8000000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3D printing with continuous fibers offers exceptional mechanical properties and design freedom. This technology enables the creation of lattice structures and highly optimized geometries that are impossible with traditional manufacturing. Material selection will focus on high-performance thermoplastic matrices with carbon fiber reinforcement. FEA will be crucial for guiding the print path and fiber orientation to maximize structural performance. Validation will involve testing of printed coupons for tensile strength, stiffness, and interlaminar shear strength. Full component testing under various load conditions, including fatigue and impact, will be conducted. Process control and quality assurance for 3D printing will be a key focus area.</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Explore the use of a bio-composite material, such as flax fiber reinforced bioplastic, for the 'look' component. This leverages sustainable materials with a favorable stiffness-to-weight ratio, while potentially reducing the environmental impact and carbon footprint.</a:t>
                      </a:r>
                    </a:p>
                  </a:txBody>
                  <a:tcPr/>
                </a:tc>
                <a:tc>
                  <a:txBody>
                    <a:bodyPr wrap="square"/>
                    <a:lstStyle/>
                    <a:p>
                      <a:pPr>
                        <a:defRPr sz="1000">
                          <a:latin typeface="Calibri"/>
                        </a:defRPr>
                      </a:pPr>
                      <a:r>
                        <a:t>Bio-composites offer a sustainable alternative with competitive mechanical properties. The natural fibers provide stiffness, and the bioplastic matrix offers formability. Research into optimal fiber alignment and matrix selection will be crucial. FEA will be used to model the anisotropic behavior of the bio-composite material and optimize component geometry. Validation will involve extensive material characterization of the bio-composite, including tensile, flexural, and impact testing. Prototype components will undergo load and fatigue testing. Environmental durability assessments, including moisture absorption and UV resistance, will be critical. Life Cycle Assessment (LCA) will quantify the environmental benefits.</a:t>
                      </a:r>
                    </a:p>
                  </a:txBody>
                  <a:tcPr/>
                </a:tc>
                <a:tc>
                  <a:txBody>
                    <a:bodyPr wrap="square"/>
                    <a:lstStyle/>
                    <a:p>
                      <a:pPr>
                        <a:defRPr sz="1000">
                          <a:latin typeface="Calibri"/>
                        </a:defRPr>
                      </a:pPr>
                      <a:r>
                        <a:t>3000000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Bio-composites offer a sustainable alternative with competitive mechanical properties. The natural fibers provide stiffness, and the bioplastic matrix offers formability. Research into optimal fiber alignment and matrix selection will be crucial. FEA will be used to model the anisotropic behavior of the bio-composite material and optimize component geometry. Validation will involve extensive material characterization of the bio-composite, including tensile, flexural, and impact testing. Prototype components will undergo load and fatigue testing. Environmental durability assessments, including moisture absorption and UV resistance, will be critical. Life Cycle Assessment (LCA) will quantify the environmental benefits.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