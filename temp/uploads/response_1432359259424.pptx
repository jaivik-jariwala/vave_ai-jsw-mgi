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2311-IP-ID-02</c:v>
                </c:pt>
                <c:pt idx="1">
                  <c:v>VAVE-SWI-047</c:v>
                </c:pt>
                <c:pt idx="2">
                  <c:v>VAVE-SWI-049</c:v>
                </c:pt>
                <c:pt idx="3">
                  <c:v>2311-PRODUCT-ID-06</c:v>
                </c:pt>
                <c:pt idx="4">
                  <c:v>2311-ET-ID-21</c:v>
                </c:pt>
                <c:pt idx="5">
                  <c:v>VAVE-SWI-003</c:v>
                </c:pt>
                <c:pt idx="6">
                  <c:v>2311-IP-ID-03</c:v>
                </c:pt>
                <c:pt idx="7">
                  <c:v>2311-PRODUCT-ID-07</c:v>
                </c:pt>
                <c:pt idx="8">
                  <c:v>2311-IP-ID-07</c:v>
                </c:pt>
                <c:pt idx="9">
                  <c:v>2311-IP-ID-06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87.0</c:v>
                </c:pt>
                <c:pt idx="1">
                  <c:v>0.0</c:v>
                </c:pt>
                <c:pt idx="2">
                  <c:v>0.0</c:v>
                </c:pt>
                <c:pt idx="3">
                  <c:v>50.0</c:v>
                </c:pt>
                <c:pt idx="4">
                  <c:v>75.0</c:v>
                </c:pt>
                <c:pt idx="5">
                  <c:v>0.0</c:v>
                </c:pt>
                <c:pt idx="6">
                  <c:v>72.0</c:v>
                </c:pt>
                <c:pt idx="7">
                  <c:v>115.0</c:v>
                </c:pt>
                <c:pt idx="8">
                  <c:v>59.0</c:v>
                </c:pt>
                <c:pt idx="9">
                  <c:v>126.0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PC+ABS/TPU used in the manufacture of the Centre Console Bottle Holder Trim with PP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Supplier evalutiaon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Supplier evalutiaon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VAVE-SWI-047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Hydrography to painting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plate availability for appearnace approval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plate availability for appearnace approval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2024-06-15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VAVE-SWI-049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Console Side Panel wrapping to MIC/Painting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with supplier on 93lakh investment requirement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with supplier on 93lakh investment requirement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2024-06-15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Change the design of the lug nut used in MGI with the design of the lug nut used in KIA.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Wheel lug nut in MGI-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Overall length - 31.3mm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Thread length - 27.95mm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Wheel lug nut in KIA-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Overall length - 27.5mm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Thread length - 15mm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PC-ABS/ with PP-T20 in the manufacture of the Front Number Plate Mounting Trim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Use of local guide rod instead of KD.  No change in material soecs. (Applicable for model K)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Complete Technical discussion with supplier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Complete Technical discussion with supplier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Manish Jaju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2024-06-15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Centre Console LH and RH Garnish Trims and the Infotainment Screen Garnish Trim present within the interior of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Supplier evalutiaon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Supplier evalutiaon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plastic trims found protecting the top tethers from both sides of the seat as the tethers could be placed within the seat fabric itself and a slit on the same could facilitate easy access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no part nuber change to avoid homologation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no part nuber change to avoid homologation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Nishant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2024-06-17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PP+EPDM+T20 with PP+T20 in the manufacture of the dashboard middle trim of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To be considered for new project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To be considered for new project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the Front-Row Armrest Base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584.00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3</a:t>
            </a:r>
          </a:p>
          <a:p>
            <a:pPr>
              <a:defRPr sz="1000">
                <a:latin typeface="Calibri"/>
              </a:defRPr>
            </a:pPr>
            <a:r>
              <a:t>• Status TBD: 2</a:t>
            </a:r>
          </a:p>
          <a:p>
            <a:pPr>
              <a:defRPr sz="1000">
                <a:latin typeface="Calibri"/>
              </a:defRPr>
            </a:pPr>
            <a:r>
              <a:t>• Status NG: 5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584.00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