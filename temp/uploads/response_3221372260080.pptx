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2311-DA-ID-35</c:v>
                </c:pt>
                <c:pt idx="1">
                  <c:v>2311-IP-ID-16</c:v>
                </c:pt>
                <c:pt idx="2">
                  <c:v>2311-IP-ID-15</c:v>
                </c:pt>
                <c:pt idx="3">
                  <c:v>2311-IP-ID-05</c:v>
                </c:pt>
                <c:pt idx="4">
                  <c:v>2311-DA-ID-27</c:v>
                </c:pt>
                <c:pt idx="5">
                  <c:v>2311-HV-ID-05</c:v>
                </c:pt>
                <c:pt idx="6">
                  <c:v>2311-IT-ID-25</c:v>
                </c:pt>
                <c:pt idx="7">
                  <c:v>2311-DA-ID-33</c:v>
                </c:pt>
                <c:pt idx="8">
                  <c:v>2311-IP-ID-07</c:v>
                </c:pt>
                <c:pt idx="9">
                  <c:v>2311-ET-ID-21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147.0</c:v>
                </c:pt>
                <c:pt idx="1">
                  <c:v>140.0</c:v>
                </c:pt>
                <c:pt idx="2">
                  <c:v>60.0</c:v>
                </c:pt>
                <c:pt idx="3">
                  <c:v>141.0</c:v>
                </c:pt>
                <c:pt idx="4">
                  <c:v>126.0</c:v>
                </c:pt>
                <c:pt idx="5">
                  <c:v>124.0</c:v>
                </c:pt>
                <c:pt idx="6">
                  <c:v>66.0</c:v>
                </c:pt>
                <c:pt idx="7">
                  <c:v>110.0</c:v>
                </c:pt>
                <c:pt idx="8">
                  <c:v>59.0</c:v>
                </c:pt>
                <c:pt idx="9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PBT-GF30 with PA6-GF30 in the manufacture of the gear casings.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Consider in homeroom bucket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Consider in homeroom bucket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TBC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both Instrument Cluster Fascia Decorative Trim and the IP LHS &amp; RHS Decorative Trims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IP LHS &amp; RHS Trims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PP+EPDM+T20 with PP+T20 in the manufacture of the dashboard upper trim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ABS+PVC+PU with PP+PE-TD14 in the manufacture of both Front and Rear Passenger Armrest Trims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tooling cost from YFI to be confirmed for business case calculations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tooling cost from YFI to be confirmed for business case calculations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2024-02-12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2311-HV-ID-05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PP-TD40 in the manufacture of both the LH Driver Side and RH Co-Driver Side Fixed Vents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2.5mm wall thickness of the LH &amp; RH B-pillar Interior Lower Trims in MGI to 2.3mm as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Talc Filled (20%) PP in the manufacture of the LH and RH Tailgate Outer Trim 2 Inner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PP+EPDM+T20 with PP+T20 in the manufacture of the dashboard middle trim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 be considered for new project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To be considered for new project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PC-ABS/ with PP-T20 in the manufacture of the Front Number Plate Mounting Trim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1,048.00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4</a:t>
            </a:r>
          </a:p>
          <a:p>
            <a:pPr>
              <a:defRPr sz="1000">
                <a:latin typeface="Calibri"/>
              </a:defRPr>
            </a:pPr>
            <a:r>
              <a:t>• Status NG: 5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1,048.00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