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2311-IP-ID-19</c:v>
                </c:pt>
                <c:pt idx="1">
                  <c:v>VAVE-SWI-062</c:v>
                </c:pt>
                <c:pt idx="2">
                  <c:v>2311-IP-ID-12</c:v>
                </c:pt>
                <c:pt idx="3">
                  <c:v>VAVE-SWI-046</c:v>
                </c:pt>
                <c:pt idx="4">
                  <c:v>VAVE-SWI-039</c:v>
                </c:pt>
                <c:pt idx="5">
                  <c:v>2311-DA-ID-12</c:v>
                </c:pt>
                <c:pt idx="6">
                  <c:v>2311-ET-ID-21</c:v>
                </c:pt>
                <c:pt idx="7">
                  <c:v>2311-DA-ID-26</c:v>
                </c:pt>
                <c:pt idx="8">
                  <c:v>2311-PRODUCT-ID-08</c:v>
                </c:pt>
                <c:pt idx="9">
                  <c:v>VAVE-SWI-076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85.0</c:v>
                </c:pt>
                <c:pt idx="1">
                  <c:v>3.0</c:v>
                </c:pt>
                <c:pt idx="2">
                  <c:v>76.0</c:v>
                </c:pt>
                <c:pt idx="3">
                  <c:v>0.0</c:v>
                </c:pt>
                <c:pt idx="4">
                  <c:v>0.0</c:v>
                </c:pt>
                <c:pt idx="5">
                  <c:v>131.0</c:v>
                </c:pt>
                <c:pt idx="6">
                  <c:v>75.0</c:v>
                </c:pt>
                <c:pt idx="7">
                  <c:v>147.0</c:v>
                </c:pt>
                <c:pt idx="8">
                  <c:v>99.0</c:v>
                </c:pt>
                <c:pt idx="9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4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Thinsulate Acoustic Insulation used within the Dashboard and Control Panel for NVH restriction within MGI with Noiselite PP-PET Insulation as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VAVE-SWI-062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Map pocket A surface trim PVC trim laminated foam thickness change from 3mm to 1mm.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1) Confirm on sample availability dates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2) Confirm feasibility with Mayur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3.0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1) Confirm on sample availability dates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2) Confirm feasibility with Mayur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1) Akhil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2) 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2024-06-15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used in the manufacture of Cup Holder Cover Mounts LH &amp; RH within the IP assembly of MGI with standard ABS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Supplier evalutiaon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Supplier evalutiaon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2024-02-22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VAVE-SWI-046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Cluster Bezel Ring Platin to Painting 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VAVE-SWI-039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Tyre - proivision of temp tyre in spare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savings for . Feedback to be concluded by 24-May-24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savings for . Feedback to be concluded by 24-May-24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Archan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2024-05-24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ABS with PP-GF 15 in the manufacture of the LH and RH Side Spoiler Inner Trims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PC-ABS/ with PP-T20 in the manufacture of the Front Number Plate Mounting Trim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2311-DA-ID-26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ABS blend with PP-T20 in the manufacture of the Front and Rear Door Panel Side Trims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Use adhesives to glue the NVH Foam onto the engine cover instead of using steel holders on provisions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VAVE-SWI-076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Delete ventilation feature from LV3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Prepare one-pager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Prepare one-pager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2024-06-18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616.00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1</a:t>
            </a:r>
          </a:p>
          <a:p>
            <a:pPr>
              <a:defRPr sz="1000">
                <a:latin typeface="Calibri"/>
              </a:defRPr>
            </a:pPr>
            <a:r>
              <a:t>• Status TBD: 5</a:t>
            </a:r>
          </a:p>
          <a:p>
            <a:pPr>
              <a:defRPr sz="1000">
                <a:latin typeface="Calibri"/>
              </a:defRPr>
            </a:pPr>
            <a:r>
              <a:t>• Status NG: 4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616.00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