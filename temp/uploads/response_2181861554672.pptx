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2311-PRODUCT-ID-16</c:v>
                </c:pt>
                <c:pt idx="1">
                  <c:v>2311-DA-ID-14</c:v>
                </c:pt>
                <c:pt idx="2">
                  <c:v>2311-DA-ID-09</c:v>
                </c:pt>
                <c:pt idx="3">
                  <c:v>2311-PRODUCT-ID-02</c:v>
                </c:pt>
                <c:pt idx="4">
                  <c:v>2311-PRODUCT-ID-07</c:v>
                </c:pt>
                <c:pt idx="5">
                  <c:v>2311-BIW-ID-07</c:v>
                </c:pt>
                <c:pt idx="6">
                  <c:v>2311-BA-ID-01</c:v>
                </c:pt>
                <c:pt idx="7">
                  <c:v>2311-PRODUCT-ID-12</c:v>
                </c:pt>
                <c:pt idx="8">
                  <c:v>VAVE-SWI-045</c:v>
                </c:pt>
                <c:pt idx="9">
                  <c:v>2311-DA-ID-11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64.0</c:v>
                </c:pt>
                <c:pt idx="1">
                  <c:v>75.0</c:v>
                </c:pt>
                <c:pt idx="2">
                  <c:v>92.0</c:v>
                </c:pt>
                <c:pt idx="3">
                  <c:v>130.0</c:v>
                </c:pt>
                <c:pt idx="4">
                  <c:v>115.0</c:v>
                </c:pt>
                <c:pt idx="5">
                  <c:v>71.0</c:v>
                </c:pt>
                <c:pt idx="6">
                  <c:v>47.0</c:v>
                </c:pt>
                <c:pt idx="7">
                  <c:v>90.0</c:v>
                </c:pt>
                <c:pt idx="8">
                  <c:v>0.0</c:v>
                </c:pt>
                <c:pt idx="9">
                  <c:v>79.0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fiberboard with velcro tape and carpet in the assembly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loss in functionality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loss in functionality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Coasters/Inserts from the Door Recess Trims and the second-row AC Vent Bottom Storage Area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Double-Track Drum and Pulley System used at the front door assemblies with a Single-Track Drum and Pulley System used at the rear door assemblies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trims found protecting the top tethers from both sides of the seat as the tethers could be placed within the seat fabric itself and a slit on the same could facilitate easy access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2024-06-17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Side BiW Panels from 120 - 130μm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The Brake Booster Plate in MGI could be integrated into the Dashboard BIW of the vehicle as done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Decrease the width of the carpet by 100mm from the lower edge on the rear side of the trunk liner flap.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2024-06-28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IP support Bracket Metal to Plastic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PMMA+ASA with PC-ABS in the manufacture of the LH and RH Side Spoilers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2023-11-02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763.00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5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763.00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