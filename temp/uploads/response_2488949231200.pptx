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2311-WT-ID-03</c:v>
                </c:pt>
                <c:pt idx="1">
                  <c:v>2311-PRODUCT-ID-11</c:v>
                </c:pt>
                <c:pt idx="2">
                  <c:v>2311-PRODUCT-ID-23</c:v>
                </c:pt>
                <c:pt idx="3">
                  <c:v>2311-ST-ID-06</c:v>
                </c:pt>
                <c:pt idx="4">
                  <c:v>2311-PRODUCT-ID-07</c:v>
                </c:pt>
                <c:pt idx="5">
                  <c:v>2311-PRODUCT-ID-16</c:v>
                </c:pt>
                <c:pt idx="6">
                  <c:v>2311-ET-ID-16</c:v>
                </c:pt>
                <c:pt idx="7">
                  <c:v>2311-SP-ID-01</c:v>
                </c:pt>
                <c:pt idx="8">
                  <c:v>2311-ST-ID-02</c:v>
                </c:pt>
                <c:pt idx="9">
                  <c:v>2311-ST-ID-04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57.0</c:v>
                </c:pt>
                <c:pt idx="1">
                  <c:v>89.0</c:v>
                </c:pt>
                <c:pt idx="2">
                  <c:v>71.0</c:v>
                </c:pt>
                <c:pt idx="3">
                  <c:v>97.0</c:v>
                </c:pt>
                <c:pt idx="4">
                  <c:v>115.0</c:v>
                </c:pt>
                <c:pt idx="5">
                  <c:v>64.0</c:v>
                </c:pt>
                <c:pt idx="6">
                  <c:v>92.0</c:v>
                </c:pt>
                <c:pt idx="7">
                  <c:v>57.0</c:v>
                </c:pt>
                <c:pt idx="8">
                  <c:v>98.0</c:v>
                </c:pt>
                <c:pt idx="9">
                  <c:v>122.0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2311-WT-ID-03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De-content the spare wheel provided with the vehicle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57.0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width of the trunk liner flap by 60mm from the upper edge.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business case for 20mm reduction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business case for 20mm reduction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2024-02-14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2311-PRODUCT-ID-23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Redesign the Tailgate Bumper Stops in MGI into an 'L' shape reducing the length from 74mm to 40mm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Confirm with homeroom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Confirm for cost saving and tooling requirement.Homeroom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Confirm with homeroom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Confirm for cost saving and tooling requirement.Homeroom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1.Himanshu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Sruhti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2311-ST-ID-06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overall length and width of the rubber boots in MGI to match the dimensions of the similar rubber boots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De-content the plastic trims found protecting the top tethers from both sides of the seat as the tethers could be placed within the seat fabric itself and a slit on the same could facilitate easy access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no part nuber change to avoid homologation cost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no part nuber change to avoid homologation cost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Nishant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2024-06-17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fiberboard with velcro tape and carpet in the assembly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for loss in functionality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for loss in functionality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2024-02-22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wall thickness of the Front Wheel Arch Liners present on both LH and RH sides from 1.6mm to 1.4mm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2311-SP-ID-01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Reduce the overall wall thickness of the Brake Dust Cover Plates present on all four wheel hubs of the vehicles from 1mm to 0.8mm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Reduce the paint coating thickness on each side of all four plates from 56 microns to 27.8 microns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57.0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2311-ST-ID-02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the Steering Wheel Top Trim 2 since the finish could be achieved on ABS-made trims as well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2311-ST-ID-04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length of the Iron Castings from 175mm to 110mm and Increase the length of the Rods to compensate instead, similar to the setup employed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862.00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1</a:t>
            </a:r>
          </a:p>
          <a:p>
            <a:pPr>
              <a:defRPr sz="1000">
                <a:latin typeface="Calibri"/>
              </a:defRPr>
            </a:pPr>
            <a:r>
              <a:t>• Status TBD: 4</a:t>
            </a:r>
          </a:p>
          <a:p>
            <a:pPr>
              <a:defRPr sz="1000">
                <a:latin typeface="Calibri"/>
              </a:defRPr>
            </a:pPr>
            <a:r>
              <a:t>• Status NG: 5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862.00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