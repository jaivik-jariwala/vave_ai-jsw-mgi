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2311-SS-ID-04</c:v>
                </c:pt>
                <c:pt idx="1">
                  <c:v>2311-PRODUCT-ID-07</c:v>
                </c:pt>
                <c:pt idx="2">
                  <c:v>2311-PRODUCT-ID-13</c:v>
                </c:pt>
                <c:pt idx="3">
                  <c:v>2311-PRODUCT-ID-09</c:v>
                </c:pt>
                <c:pt idx="4">
                  <c:v>2311-IT-ID-05</c:v>
                </c:pt>
                <c:pt idx="5">
                  <c:v>2311-SS-ID-02</c:v>
                </c:pt>
                <c:pt idx="6">
                  <c:v>2311-SS-ID-05</c:v>
                </c:pt>
                <c:pt idx="7">
                  <c:v>2311-PRODUCT-ID-10</c:v>
                </c:pt>
                <c:pt idx="8">
                  <c:v>2311-SS-ID-11</c:v>
                </c:pt>
                <c:pt idx="9">
                  <c:v>2311-SS-ID-10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48.0</c:v>
                </c:pt>
                <c:pt idx="1">
                  <c:v>115.0</c:v>
                </c:pt>
                <c:pt idx="2">
                  <c:v>141.0</c:v>
                </c:pt>
                <c:pt idx="3">
                  <c:v>76.0</c:v>
                </c:pt>
                <c:pt idx="4">
                  <c:v>40.0</c:v>
                </c:pt>
                <c:pt idx="5">
                  <c:v>74.0</c:v>
                </c:pt>
                <c:pt idx="6">
                  <c:v>113.0</c:v>
                </c:pt>
                <c:pt idx="7">
                  <c:v>86.0</c:v>
                </c:pt>
                <c:pt idx="8">
                  <c:v>90.0</c:v>
                </c:pt>
                <c:pt idx="9">
                  <c:v>147.0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2</c:v>
                </c:pt>
                <c:pt idx="2">
                  <c:v>0</c:v>
                </c:pt>
                <c:pt idx="3">
                  <c:v>8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2311-SS-ID-04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Substitute the leather upholstery on the left-hand (LH) and right-hand (RH) sides of the third-row seat bases with the same fabric utilized on the LH and RH sides of the corresponding backrests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for combined business case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48.0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for combined business case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2023-11-10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2311-PRODUCT-ID-07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De-content the plastic trims found protecting the top tethers from both sides of the seat as the tethers could be placed within the seat fabric itself and a slit on the same could facilitate easy access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no part nuber change to avoid homologation cost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115.0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no part nuber change to avoid homologation cost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Nishant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2024-06-17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2311-PRODUCT-ID-13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Eliminate the plastic trim provided around the bottom anchor point at the driver side seatbelt and follow the same methodology provided at the co-driver's side.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141.0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2311-PRODUCT-ID-09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De-content the Plastic Protective Trims fitted onto the LHS and RHS mounting points of the third-row seats and cover the same with the fabric used on the vehicle floor.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PTR plan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76.0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PTR plan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Harsh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2024-06-14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2311-IT-ID-05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TPE Coaster/Insert positioned at the base of the front centre armrest storage compartment with a Fabric one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40.0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2311-SS-ID-02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1. Reduce the width of the seat adjustment lever-2 from 345mm to 175mm commonising both.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 Reduce the overall diameter of the bars from 13mm to 12mm.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for combined business case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74.0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for combined business case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2023-11-07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2311-SS-ID-05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1. Replace the leather upholstery on the flaps located at the bottom of MGI's front-row seats with fabric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 Use the same fabric (polyester) used to upholster the unexposed seat sides within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one-pager for PP approval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113.0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one-pager for PP approval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Ratnadeep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2023-11-20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2311-PRODUCT-ID-10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length of the Seat Release Straps found on the second and third-row seats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86.0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2311-SS-ID-11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Process Deletion,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Remove the Black Painting done on the Driver and Co-Driver Seat Base Support Frames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90.0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2311-SS-ID-10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PP+EPDM-T20 used in the manufacture of the Second-Row Seat Bottom Cover and Cushion Cover Trims of MGI with standard PP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All trims foam &amp; cover idea will be again checked for feasibility with supplier &amp; BC evaluation.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All trims foam &amp; cover idea will be again checked for feasibility with supplier &amp; BC evaluation.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Kalp/Nishant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2023-12-31 00:00:00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10</a:t>
            </a:r>
          </a:p>
          <a:p>
            <a:pPr>
              <a:defRPr sz="1000">
                <a:latin typeface="Calibri"/>
              </a:defRPr>
            </a:pPr>
            <a:r>
              <a:t>• Total Potential Savings: INR 930.00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2</a:t>
            </a:r>
          </a:p>
          <a:p>
            <a:pPr>
              <a:defRPr sz="1000">
                <a:latin typeface="Calibri"/>
              </a:defRPr>
            </a:pPr>
            <a:r>
              <a:t>• Status TBD: 0</a:t>
            </a:r>
          </a:p>
          <a:p>
            <a:pPr>
              <a:defRPr sz="1000">
                <a:latin typeface="Calibri"/>
              </a:defRPr>
            </a:pPr>
            <a:r>
              <a:t>• Status NG: 8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10 ideas analyzed.</a:t>
            </a:r>
          </a:p>
          <a:p>
            <a:pPr>
              <a:defRPr sz="1800">
                <a:latin typeface="Calibri"/>
              </a:defRPr>
            </a:pPr>
            <a:r>
              <a:t>Total Savings: INR 930.00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