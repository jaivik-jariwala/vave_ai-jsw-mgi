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AI-NEW-01</c:v>
                </c:pt>
                <c:pt idx="1">
                  <c:v>AI-NEW-02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9812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component geometry for material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topology optimization then re-verify stiffness targets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topology optimization then re-verify stiffness targets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multiple fasteners into integrated snap-fit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Validate retention forces and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Validate retention forces and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2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2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