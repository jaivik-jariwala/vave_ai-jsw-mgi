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Sheet1!$A$2:$A$10</c:f>
              <c:strCache>
                <c:ptCount val="9"/>
                <c:pt idx="0">
                  <c:v>AI-GEN-01</c:v>
                </c:pt>
                <c:pt idx="1">
                  <c:v>AI-GEN-02</c:v>
                </c:pt>
                <c:pt idx="2">
                  <c:v>AI-GEN-03</c:v>
                </c:pt>
                <c:pt idx="3">
                  <c:v>AI-GEN-04</c:v>
                </c:pt>
                <c:pt idx="4">
                  <c:v>AI-GEN-05</c:v>
                </c:pt>
                <c:pt idx="5">
                  <c:v>AI-GEN-06</c:v>
                </c:pt>
                <c:pt idx="6">
                  <c:v>WEB-GEN-01</c:v>
                </c:pt>
                <c:pt idx="7">
                  <c:v>WEB-GEN-02</c:v>
                </c:pt>
                <c:pt idx="8">
                  <c:v>WEB-GEN-03</c:v>
                </c:pt>
              </c:strCache>
            </c:strRef>
          </c:cat>
          <c:val>
            <c:numRef>
              <c:f>Sheet1!$B$2:$B$10</c:f>
              <c:numCache>
                <c:formatCode>General</c:formatCode>
                <c:ptCount val="9"/>
                <c:pt idx="0">
                  <c:v>0</c:v>
                </c:pt>
                <c:pt idx="1">
                  <c:v>0</c:v>
                </c:pt>
                <c:pt idx="2">
                  <c:v>0</c:v>
                </c:pt>
                <c:pt idx="3">
                  <c:v>0</c:v>
                </c:pt>
                <c:pt idx="4">
                  <c:v>0</c:v>
                </c:pt>
                <c:pt idx="5">
                  <c:v>0</c:v>
                </c:pt>
                <c:pt idx="6">
                  <c:v>0</c:v>
                </c:pt>
                <c:pt idx="7">
                  <c:v>0</c:v>
                </c:pt>
                <c:pt idx="8">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0</c:v>
                </c:pt>
                <c:pt idx="3">
                  <c:v>0</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Implement advanced topology optimization and material characterization benchmarking for caliper bodies, leveraging CT scanning and metallurgical analysis to identify optimal lightweight structures and cost-effective alloys.</a:t>
                      </a:r>
                    </a:p>
                  </a:txBody>
                  <a:tcPr/>
                </a:tc>
                <a:tc>
                  <a:txBody>
                    <a:bodyPr wrap="square"/>
                    <a:lstStyle/>
                    <a:p>
                      <a:pPr>
                        <a:defRPr sz="1000">
                          <a:latin typeface="Calibri"/>
                        </a:defRPr>
                      </a:pPr>
                      <a:r>
                        <a:t>The fundamental principle behind this proposal is the identification of minimal material usage for maximal structural performance (stiffness, strength) and the discovery of equivalent or superior material properties at a lower cost. By performing detailed computed tomography (CT) scans of benchmarked brake calipers (e.g., MG Hector vs. Mahindra), we can non-destructively visualize internal geometries, density distributions, and wall thicknesses. This data allows for precise CAD reconstruction and subsequent Finite Element Analysis (FEA) to map stress concentrations and load paths under various braking scenarios (e.g., maximum deceleration, thermal expansion). Concurrently, advanced metallurgical analysis (e.g., Scanning Electron Microscopy with Energy-Dispersive X-ray Spectroscopy (SEM/EDS), X-ray Diffraction (XRD), hardness testing) on core samples from the competitor's caliper will reveal specific alloy compositions, heat treatments, and manufacturing process indicators (e.g., casting grain structure, porosity levels). If a competitor achieves comparable or superior performance with a lighter, less complex alloy, or an optimized internal structure, it indicates an opportunity for our design. Validation involves: 1) Developing parametric CAD models based on optimized topologies suggested by FEA, informed by competitor insights. 2) Prototyping these designs using identified cost-effective materials. 3) Rigorous dynamometer testing to confirm braking performance (stopping distance, fade resistance, pedal feel) and structural integrity (fatigue life, burst pressure). 4) Vehicle-level testing to ensure NVH (Noise, Vibration, Harshness) characteristics and real-world durability meet or exceed targets. Cost reduction stems from reduced material volume, potentially cheaper material selection, and simplified casting/machining processes.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fundamental principle behind this proposal is the identification of minimal material usage for maximal structural performance (stiffness, strength) and the discovery of equivalent or superior material properties at a lower cost. By performing detailed computed tomography (CT) scans of benchmarked brake calipers (e.g., MG Hector vs. Mahindra), we can non-destructively visualize internal geometries, density distributions, and wall thicknesses. This data allows for precise CAD reconstruction and subsequent Finite Element Analysis (FEA) to map stress concentrations and load paths under various braking scenarios (e.g., maximum deceleration, thermal expansion). Concurrently, advanced metallurgical analysis (e.g., Scanning Electron Microscopy with Energy-Dispersive X-ray Spectroscopy (SEM/EDS), X-ray Diffraction (XRD), hardness testing) on core samples from the competitor's caliper will reveal specific alloy compositions, heat treatments, and manufacturing process indicators (e.g., casting grain structure, porosity levels). If a competitor achieves comparable or superior performance with a lighter, less complex alloy, or an optimized internal structure, it indicates an opportunity for our design. Validation involves: 1) Developing parametric CAD models based on optimized topologies suggested by FEA, informed by competitor insights. 2) Prototyping these designs using identified cost-effective materials. 3) Rigorous dynamometer testing to confirm braking performance (stopping distance, fade resistance, pedal feel) and structural integrity (fatigue life, burst pressure). 4) Vehicle-level testing to ensure NVH (Noise, Vibration, Harshness) characteristics and real-world durability meet or exceed targets. Cost reduction stems from reduced material volume, potentially cheaper material selection, and simplified casting/machining processes.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Establish a deep-dive manufacturing process cost analysis protocol via competitive teardown, reverse engineering assembly sequences, tooling strategies, and post-processing steps to identify cost-optimized production methodologies.</a:t>
                      </a:r>
                    </a:p>
                  </a:txBody>
                  <a:tcPr/>
                </a:tc>
                <a:tc>
                  <a:txBody>
                    <a:bodyPr wrap="square"/>
                    <a:lstStyle/>
                    <a:p>
                      <a:pPr>
                        <a:defRPr sz="1000">
                          <a:latin typeface="Calibri"/>
                        </a:defRPr>
                      </a:pPr>
                      <a:r>
                        <a:t>This proposal centers on the first principle that manufacturing cost is driven by material input, process complexity, cycle time, and tooling investment. Through a meticulous, multi-stage teardown of benchmark calipers, we aim to reverse engineer the precise sequence of operations, from initial casting/forging to final assembly. For example, comparing the surface finish quality, machining marks, and tolerances on different caliper components can reveal whether a competitor utilizes a high-pressure die-casting for near-net-shape components with minimal post-machining, versus our own sand-casting with more extensive machining. Analysis of fastener types, sealing solutions, and caliper painting/coating techniques provides insights into assembly efficiency and material costs. The `compare` extends to assessing potential automation levels implied by component design and fitment. Validation involves: 1) Developing a comprehensive 'should-cost' model for each inferred manufacturing step of the benchmarked caliper, incorporating labor rates, material waste factors, and estimated capital expenditure for tooling. 2) Directly comparing this cost model against our current production costs for similar components. 3) Utilizing manufacturing simulation software (e.g., casting simulation, machining path optimization) to validate the feasibility and efficiency of adopting competitor-derived processes. 4) Pilot production runs with proposed cost-optimized methodologies to verify cycle times, quality output, and actual cost savings, ensuring the re-engineered process yields parts meeting all performance and reliability standards.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proposal centers on the first principle that manufacturing cost is driven by material input, process complexity, cycle time, and tooling investment. Through a meticulous, multi-stage teardown of benchmark calipers, we aim to reverse engineer the precise sequence of operations, from initial casting/forging to final assembly. For example, comparing the surface finish quality, machining marks, and tolerances on different caliper components can reveal whether a competitor utilizes a high-pressure die-casting for near-net-shape components with minimal post-machining, versus our own sand-casting with more extensive machining. Analysis of fastener types, sealing solutions, and caliper painting/coating techniques provides insights into assembly efficiency and material costs. The `compare` extends to assessing potential automation levels implied by component design and fitment. Validation involves: 1) Developing a comprehensive 'should-cost' model for each inferred manufacturing step of the benchmarked caliper, incorporating labor rates, material waste factors, and estimated capital expenditure for tooling. 2) Directly comparing this cost model against our current production costs for similar components. 3) Utilizing manufacturing simulation software (e.g., casting simulation, machining path optimization) to validate the feasibility and efficiency of adopting competitor-derived processes. 4) Pilot production runs with proposed cost-optimized methodologies to verify cycle times, quality output, and actual cost savings, ensuring the re-engineered process yields parts meeting all performance and reliability standards.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Perform a comparative tribological and NVH analysis of brake pad backing plate and retainer mechanisms to rationalize design for reduced material cost and optimized noise performance.</a:t>
                      </a:r>
                    </a:p>
                  </a:txBody>
                  <a:tcPr/>
                </a:tc>
                <a:tc>
                  <a:txBody>
                    <a:bodyPr wrap="square"/>
                    <a:lstStyle/>
                    <a:p>
                      <a:pPr>
                        <a:defRPr sz="1000">
                          <a:latin typeface="Calibri"/>
                        </a:defRPr>
                      </a:pPr>
                      <a:r>
                        <a:t>This concept hinges on the fundamental physics of friction, wear, and vibration. The interaction between the brake pad backing plate, the friction material, and the caliper piston/mounting hardware significantly influences NVH characteristics (squeal, groan) and wear patterns, both of which have cost implications (warranty, customer satisfaction, material usage). By conducting a systematic `compare` of competitor brake pad backing plate materials (e.g., steel grade, thickness, anti-corrosion coating), anti-rattle clip designs, and shim configurations, we can identify solutions that achieve optimal acoustic performance and durability with potentially lower-cost materials or simpler designs. For instance, a specific backing plate coating or a novel anti-rattle spring geometry employed by a competitor might effectively damp vibrations or reduce wear without resorting to complex, expensive friction materials or extensive caliper modifications. Validation involves: 1) Detailed material analysis of competitor backing plates and shims (e.g., material composition, hardness, surface finish, coating thickness). 2) Modal analysis of various caliper-pad-retainer assemblies to understand their natural frequencies and vibration modes. 3) Benchtop tribometer testing to compare friction coefficients, wear rates, and thermal stability of various pad-backing plate interfaces. 4) Extensive dynamometer testing in an anechoic chamber to quantify NVH performance (squeal, groan, judder) across a range of temperatures and pressures. 5) Endurance testing to assess long-term pad and rotor wear. The outcome is the identification of a rationalized backing plate and retainer design that reduces material cost, simplifies manufacturing, and mitigates NVH issues.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concept hinges on the fundamental physics of friction, wear, and vibration. The interaction between the brake pad backing plate, the friction material, and the caliper piston/mounting hardware significantly influences NVH characteristics (squeal, groan) and wear patterns, both of which have cost implications (warranty, customer satisfaction, material usage). By conducting a systematic `compare` of competitor brake pad backing plate materials (e.g., steel grade, thickness, anti-corrosion coating), anti-rattle clip designs, and shim configurations, we can identify solutions that achieve optimal acoustic performance and durability with potentially lower-cost materials or simpler designs. For instance, a specific backing plate coating or a novel anti-rattle spring geometry employed by a competitor might effectively damp vibrations or reduce wear without resorting to complex, expensive friction materials or extensive caliper modifications. Validation involves: 1) Detailed material analysis of competitor backing plates and shims (e.g., material composition, hardness, surface finish, coating thickness). 2) Modal analysis of various caliper-pad-retainer assemblies to understand their natural frequencies and vibration modes. 3) Benchtop tribometer testing to compare friction coefficients, wear rates, and thermal stability of various pad-backing plate interfaces. 4) Extensive dynamometer testing in an anechoic chamber to quantify NVH performance (squeal, groan, judder) across a range of temperatures and pressures. 5) Endurance testing to assess long-term pad and rotor wear. The outcome is the identification of a rationalized backing plate and retainer design that reduces material cost, simplifies manufacturing, and mitigates NVH issues.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Develop a multi-objective simulation-driven benchmarking framework to compare caliper designs, optimizing for maximal stiffness-to-weight ratio while simultaneously minimizing total manufacturing and material costs.</a:t>
                      </a:r>
                    </a:p>
                  </a:txBody>
                  <a:tcPr/>
                </a:tc>
                <a:tc>
                  <a:txBody>
                    <a:bodyPr wrap="square"/>
                    <a:lstStyle/>
                    <a:p>
                      <a:pPr>
                        <a:defRPr sz="1000">
                          <a:latin typeface="Calibri"/>
                        </a:defRPr>
                      </a:pPr>
                      <a:r>
                        <a:t>This proposal leverages the first principles of structural mechanics and optimization theory. Caliper stiffness is directly related to pedal feel, braking performance consistency, and even pad wear uniformity. However, excessive stiffness often comes with increased mass and material cost. The `compare` here is not just physical teardown, but a parametric analytical comparison. By capturing the key geometric parameters and material properties of several benchmark calipers, we can build simplified but representative CAE (Computer-Aided Engineering) models. These models allow us to numerically evaluate the stiffness (e.g., deflection under specified hydraulic pressure loads) and mass of different designs. The framework then uses multi-objective optimization algorithms (e.g., NSGA-II) to explore the design space, seeking Pareto-optimal solutions that offer the best trade-off between stiffness, mass, and estimated manufacturing cost. The 'cost' objective function would integrate material volume, material cost per unit mass, and a complexity factor for manufacturing. Validation involves: 1) Calibrating CAE models with actual physical deflection measurements of benchmark calipers. 2) Running optimization algorithms to generate a set of candidate designs. 3) Rapid prototyping (e.g., 3D printing for concept validation, or machining from billet) of selected optimized designs. 4) Rigorous mechanical testing of prototypes to verify stiffness and strength properties. 5) Full-scale vehicle testing to confirm improved pedal feel, stopping performance, and durability without adverse effects. The outcome is a design that provides equivalent or superior performance at a demonstrably lower cost and/or weight due to a data-driven optimization process informed by competitive analysis.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proposal leverages the first principles of structural mechanics and optimization theory. Caliper stiffness is directly related to pedal feel, braking performance consistency, and even pad wear uniformity. However, excessive stiffness often comes with increased mass and material cost. The `compare` here is not just physical teardown, but a parametric analytical comparison. By capturing the key geometric parameters and material properties of several benchmark calipers, we can build simplified but representative CAE (Computer-Aided Engineering) models. These models allow us to numerically evaluate the stiffness (e.g., deflection under specified hydraulic pressure loads) and mass of different designs. The framework then uses multi-objective optimization algorithms (e.g., NSGA-II) to explore the design space, seeking Pareto-optimal solutions that offer the best trade-off between stiffness, mass, and estimated manufacturing cost. The 'cost' objective function would integrate material volume, material cost per unit mass, and a complexity factor for manufacturing. Validation involves: 1) Calibrating CAE models with actual physical deflection measurements of benchmark calipers. 2) Running optimization algorithms to generate a set of candidate designs. 3) Rapid prototyping (e.g., 3D printing for concept validation, or machining from billet) of selected optimized designs. 4) Rigorous mechanical testing of prototypes to verify stiffness and strength properties. 5) Full-scale vehicle testing to confirm improved pedal feel, stopping performance, and durability without adverse effects. The outcome is a design that provides equivalent or superior performance at a demonstrably lower cost and/or weight due to a data-driven optimization process informed by competitive analysis.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Standardize brake line and banjo bolt interfaces across caliper platforms based on competitor commonization strategies to reduce component variability and procurement costs.</a:t>
                      </a:r>
                    </a:p>
                  </a:txBody>
                  <a:tcPr/>
                </a:tc>
                <a:tc>
                  <a:txBody>
                    <a:bodyPr wrap="square"/>
                    <a:lstStyle/>
                    <a:p>
                      <a:pPr>
                        <a:defRPr sz="1000">
                          <a:latin typeface="Calibri"/>
                        </a:defRPr>
                      </a:pPr>
                      <a:r>
                        <a:t>This proposal targets the first principle of economies of scale and supply chain simplification. While calipers themselves are often specific, the interfaces for brake fluid lines (e.g., banjo bolts, sealing washers, thread types, and fittings) are often commonizable across different vehicle segments or even manufacturers. By conducting a detailed `compare` of the brake line interface designs and materials used by various OEMs, we can identify opportunities for rationalizing our own component portfolio. If a competitor effectively uses a single banjo bolt design and associated sealing hardware across multiple caliper applications (e.g., front/rear, different vehicle lines), it suggests potential for significant procurement cost reductions through higher volume purchasing. Physics involved includes fluid dynamics (pressure containment), materials science (seal compatibility, corrosion resistance), and mechanical engineering (thread strength, torque specifications). Validation involves: 1) A comprehensive dimensional and material analysis of brake line interfaces from benchmarked calipers. 2) Identification of common threads, fitting types, and sealing philosophies across the industry. 3) Proposing a standardized set of interfaces for our future caliper designs. 4) Extensive pressure testing (burst and fatigue) of the proposed standardized connections to ensure fluid integrity under all operating conditions. 5) Vibration and thermal cycling tests to confirm long-term durability and leak prevention. 6) Integration into vehicle prototypes for real-world validation of brake system performance and ease of assembly. The cost saving arises from reduced SKU (Stock Keeping Unit) count, simplified logistics, higher purchasing power with suppliers, and minimized design and validation effort for new caliper programs.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proposal targets the first principle of economies of scale and supply chain simplification. While calipers themselves are often specific, the interfaces for brake fluid lines (e.g., banjo bolts, sealing washers, thread types, and fittings) are often commonizable across different vehicle segments or even manufacturers. By conducting a detailed `compare` of the brake line interface designs and materials used by various OEMs, we can identify opportunities for rationalizing our own component portfolio. If a competitor effectively uses a single banjo bolt design and associated sealing hardware across multiple caliper applications (e.g., front/rear, different vehicle lines), it suggests potential for significant procurement cost reductions through higher volume purchasing. Physics involved includes fluid dynamics (pressure containment), materials science (seal compatibility, corrosion resistance), and mechanical engineering (thread strength, torque specifications). Validation involves: 1) A comprehensive dimensional and material analysis of brake line interfaces from benchmarked calipers. 2) Identification of common threads, fitting types, and sealing philosophies across the industry. 3) Proposing a standardized set of interfaces for our future caliper designs. 4) Extensive pressure testing (burst and fatigue) of the proposed standardized connections to ensure fluid integrity under all operating conditions. 5) Vibration and thermal cycling tests to confirm long-term durability and leak prevention. 6) Integration into vehicle prototypes for real-world validation of brake system performance and ease of assembly. The cost saving arises from reduced SKU (Stock Keeping Unit) count, simplified logistics, higher purchasing power with suppliers, and minimized design and validation effort for new caliper programs.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46888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118872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Integrate a 'design for assembly and serviceability' comparative analysis into caliper benchmarking, identifying modular sub-assemblies and simplified repair procedures from competitors to reduce manufacturing labor and warranty costs.</a:t>
                      </a:r>
                    </a:p>
                  </a:txBody>
                  <a:tcPr/>
                </a:tc>
                <a:tc>
                  <a:txBody>
                    <a:bodyPr wrap="square"/>
                    <a:lstStyle/>
                    <a:p>
                      <a:pPr>
                        <a:defRPr sz="1000">
                          <a:latin typeface="Calibri"/>
                        </a:defRPr>
                      </a:pPr>
                      <a:r>
                        <a:t>This proposal focuses on the first principles of industrial engineering and lifecycle cost management. The total cost of a component includes not just its material and manufacturing cost, but also its assembly time, potential for defects, and ease of serviceability throughout its lifespan (impacting warranty claims and service network costs). By performing a `compare` of how competitor calipers are designed for assembly (e.g., number of fasteners, snap-fit features, component count for piston retraction, bleed valve access) and serviceability (e.g., ease of pad replacement, bleed screw design, repair kit availability), we can identify best practices that reduce labor content and potential for error. For example, a competitor's caliper might feature a modular piston assembly that can be quickly inserted, or a bleed screw design that inherently prevents stripping, leading to lower assembly time and reduced service costs. Validation involves: 1) Time-and-motion studies during the teardown and re-assembly of benchmark calipers, meticulously documenting each step, tool required, and potential for error. 2) Expert reviews from manufacturing engineers and service technicians to assess the 'design for assembly' (DFA) and 'design for serviceability' (DFS) of competitor designs. 3) Developing a quantifiable score for DFA/DFS for both our current and benchmarked designs. 4) Proposing design changes to our caliper based on competitor insights (e.g., reducing component count, standardizing fasteners, improving access). 5) Performing prototype assembly trials to measure actual time savings and defect rate reductions. 6) Collecting field data on warranty claims related to caliper assembly or service issues to track improvement. The cost reduction is directly linked to reduced labor hours in manufacturing, improved quality, and lower warranty costs over the product's lifetime.</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proposal focuses on the first principles of industrial engineering and lifecycle cost management. The total cost of a component includes not just its material and manufacturing cost, but also its assembly time, potential for defects, and ease of serviceability throughout its lifespan (impacting warranty claims and service network costs). By performing a `compare` of how competitor calipers are designed for assembly (e.g., number of fasteners, snap-fit features, component count for piston retraction, bleed valve access) and serviceability (e.g., ease of pad replacement, bleed screw design, repair kit availability), we can identify best practices that reduce labor content and potential for error. For example, a competitor's caliper might feature a modular piston assembly that can be quickly inserted, or a bleed screw design that inherently prevents stripping, leading to lower assembly time and reduced service costs. Validation involves: 1) Time-and-motion studies during the teardown and re-assembly of benchmark calipers, meticulously documenting each step, tool required, and potential for error. 2) Expert reviews from manufacturing engineers and service technicians to assess the 'design for assembly' (DFA) and 'design for serviceability' (DFS) of competitor designs. 3) Developing a quantifiable score for DFA/DFS for both our current and benchmarked designs. 4) Proposing design changes to our caliper based on competitor insights (e.g., reducing component count, standardizing fasteners, improving access). 5) Performing prototype assembly trials to measure actual time savings and defect rate reductions. 6) Collecting field data on warranty claims related to caliper assembly or service issues to track improvement. The cost reduction is directly linked to reduced labor hours in manufacturing, improved quality, and lower warranty costs over the product's lifetime.</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WEB-GEN-01</a:t>
                      </a:r>
                    </a:p>
                  </a:txBody>
                  <a:tcPr/>
                </a:tc>
                <a:tc>
                  <a:txBody>
                    <a:bodyPr wrap="square"/>
                    <a:lstStyle/>
                    <a:p>
                      <a:pPr>
                        <a:defRPr sz="1000">
                          <a:latin typeface="Calibri"/>
                        </a:defRPr>
                      </a:pPr>
                      <a:r>
                        <a:t>Integrate VAVE within Concurrent Engineering for Early Design Optimization</a:t>
                      </a:r>
                    </a:p>
                  </a:txBody>
                  <a:tcPr/>
                </a:tc>
                <a:tc>
                  <a:txBody>
                    <a:bodyPr wrap="square"/>
                    <a:lstStyle/>
                    <a:p>
                      <a:pPr>
                        <a:defRPr sz="1000">
                          <a:latin typeface="Calibri"/>
                        </a:defRPr>
                      </a:pPr>
                      <a:r>
                        <a:t>Based on the concept of 'design and technical teams to work together' (Snippet 1), implement a mandatory Concurrent Engineering framework. VAVE specialists will be integrated into the initial design phase to 'compare' and evaluate alternative design configurations, material selections, and manufacturing processes. For example, transition from custom-machined components to standardized parts, or 'compare' and select a lower-cost, equally performant material like 6061-T6 aluminum over 7075-T6 for non-critical structural applications, reducing material costs and machining time. Source: [https://www.f1technical.net/forum/viewtopic.php?t=32104&amp;start=90]</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Based on the concept of 'design and technical teams to work together' (Snippet 1), implement a mandatory Concurrent Engineering framework. VAVE specialists will be integrated into the initial design phase to 'compare' and evaluate alternative design configurations, material selections, and manufacturing processes. For example, transition from custom-machined components to standardized parts, or 'compare' and select a lower-cost, equally performant material like 6061-T6 aluminum over 7075-T6 for non-critical structural applications, reducing material costs and machining time. Source: [https://www.f1technical.net/forum/viewtopic.php?t=32104&amp;start=90]</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WEB-GEN-02</a:t>
                      </a:r>
                    </a:p>
                  </a:txBody>
                  <a:tcPr/>
                </a:tc>
                <a:tc>
                  <a:txBody>
                    <a:bodyPr wrap="square"/>
                    <a:lstStyle/>
                    <a:p>
                      <a:pPr>
                        <a:defRPr sz="1000">
                          <a:latin typeface="Calibri"/>
                        </a:defRPr>
                      </a:pPr>
                      <a:r>
                        <a:t>Optimize Sensor Systems based on 'Technical Sensitivity' Analysis</a:t>
                      </a:r>
                    </a:p>
                  </a:txBody>
                  <a:tcPr/>
                </a:tc>
                <a:tc>
                  <a:txBody>
                    <a:bodyPr wrap="square"/>
                    <a:lstStyle/>
                    <a:p>
                      <a:pPr>
                        <a:defRPr sz="1000">
                          <a:latin typeface="Calibri"/>
                        </a:defRPr>
                      </a:pPr>
                      <a:r>
                        <a:t>Drawing from the discussion of 'technical sensitivity' and 'best sensor in the car' (Snippet 2), conduct a comprehensive VAVE study on existing sensor systems. This involves analyzing the actual performance data and comparing it against system requirements. Identify opportunities to replace high-cost, high-precision sensors with more economical, equally effective alternatives (e.g., using robust and cheaper Hall-effect sensors for proximity detection instead of inductive proximity sensors where environmental factors allow). Alternatively, explore consolidating multiple sensor functions into a single multi-functional unit to reduce component count, wiring, and assembly complexity. Source: [https://www.f1technical.net/forum/viewtopic.php?t=32054&amp;start=7905]</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Drawing from the discussion of 'technical sensitivity' and 'best sensor in the car' (Snippet 2), conduct a comprehensive VAVE study on existing sensor systems. This involves analyzing the actual performance data and comparing it against system requirements. Identify opportunities to replace high-cost, high-precision sensors with more economical, equally effective alternatives (e.g., using robust and cheaper Hall-effect sensors for proximity detection instead of inductive proximity sensors where environmental factors allow). Alternatively, explore consolidating multiple sensor functions into a single multi-functional unit to reduce component count, wiring, and assembly complexity. Source: [https://www.f1technical.net/forum/viewtopic.php?t=32054&amp;start=7905]</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WEB-GEN-03</a:t>
                      </a:r>
                    </a:p>
                  </a:txBody>
                  <a:tcPr/>
                </a:tc>
                <a:tc>
                  <a:txBody>
                    <a:bodyPr wrap="square"/>
                    <a:lstStyle/>
                    <a:p>
                      <a:pPr>
                        <a:defRPr sz="1000">
                          <a:latin typeface="Calibri"/>
                        </a:defRPr>
                      </a:pPr>
                      <a:r>
                        <a:t>Periodic Technology Scouting for Material and Process Innovation</a:t>
                      </a:r>
                    </a:p>
                  </a:txBody>
                  <a:tcPr/>
                </a:tc>
                <a:tc>
                  <a:txBody>
                    <a:bodyPr wrap="square"/>
                    <a:lstStyle/>
                    <a:p>
                      <a:pPr>
                        <a:defRPr sz="1000">
                          <a:latin typeface="Calibri"/>
                        </a:defRPr>
                      </a:pPr>
                      <a:r>
                        <a:t>Leveraging the idea of 'adapting to evolving technology and rules' and 'design competitive cars' (Snippet 3), establish a periodic (e.g., quarterly) VAVE technology scouting initiative. This team would actively 'compare' current component materials and manufacturing processes against emerging technologies. For example, evaluate if specific metal brackets or housings could be redesigned for additive manufacturing using cost-effective polymers (e.g., Nylon 12, ABS) or lightweight aluminum alloys (e.g., AlSi10Mg) via 3D printing where mechanical loads permit. This includes comparing alternative suppliers or processes for existing materials to identify cost reduction opportunities. Source: [https://www.f1technical.net/forum/viewtopic.php?t=32051&amp;start=7050]</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Leveraging the idea of 'adapting to evolving technology and rules' and 'design competitive cars' (Snippet 3), establish a periodic (e.g., quarterly) VAVE technology scouting initiative. This team would actively 'compare' current component materials and manufacturing processes against emerging technologies. For example, evaluate if specific metal brackets or housings could be redesigned for additive manufacturing using cost-effective polymers (e.g., Nylon 12, ABS) or lightweight aluminum alloys (e.g., AlSi10Mg) via 3D printing where mechanical loads permit. This includes comparing alternative suppliers or processes for existing materials to identify cost reduction opportunities. Source: [https://www.f1technical.net/forum/viewtopic.php?t=32051&amp;start=7050]</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9</a:t>
            </a:r>
          </a:p>
          <a:p>
            <a:pPr>
              <a:defRPr sz="1000">
                <a:latin typeface="Calibri"/>
              </a:defRPr>
            </a:pPr>
            <a:r>
              <a:t>• Total Potential Savings: INR 0.00</a:t>
            </a:r>
          </a:p>
          <a:p>
            <a:pPr>
              <a:defRPr sz="1000">
                <a:latin typeface="Calibri"/>
              </a:defRPr>
            </a:pPr>
            <a:r>
              <a:t>• Implemented Ideas: 0</a:t>
            </a:r>
          </a:p>
          <a:p>
            <a:pPr>
              <a:defRPr sz="1000">
                <a:latin typeface="Calibri"/>
              </a:defRPr>
            </a:pPr>
            <a:r>
              <a:t>• Status OK: 0</a:t>
            </a:r>
          </a:p>
          <a:p>
            <a:pPr>
              <a:defRPr sz="1000">
                <a:latin typeface="Calibri"/>
              </a:defRPr>
            </a:pPr>
            <a:r>
              <a:t>• Status TBD: 0</a:t>
            </a:r>
          </a:p>
          <a:p>
            <a:pPr>
              <a:defRPr sz="1000">
                <a:latin typeface="Calibri"/>
              </a:defRPr>
            </a:pPr>
            <a:r>
              <a:t>• Status NG: 0</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9 ideas analyzed.</a:t>
            </a:r>
          </a:p>
          <a:p>
            <a:pPr>
              <a:defRPr sz="1800">
                <a:latin typeface="Calibri"/>
              </a:defRPr>
            </a:pPr>
            <a:r>
              <a:t>Total Savings: INR 0.00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