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2311-ET-ID-24</c:v>
                </c:pt>
                <c:pt idx="1">
                  <c:v>2311-EL-ID-01</c:v>
                </c:pt>
                <c:pt idx="2">
                  <c:v>2311-EL-ID-25</c:v>
                </c:pt>
                <c:pt idx="3">
                  <c:v>2311-DA-ID-13</c:v>
                </c:pt>
                <c:pt idx="4">
                  <c:v>2311-EL-ID-17</c:v>
                </c:pt>
                <c:pt idx="5">
                  <c:v>2311-DA-ID-11</c:v>
                </c:pt>
                <c:pt idx="6">
                  <c:v>2311-DA-ID-04</c:v>
                </c:pt>
                <c:pt idx="7">
                  <c:v>2311-PRODUCT-ID-05</c:v>
                </c:pt>
                <c:pt idx="8">
                  <c:v>2311-PA-ID-02</c:v>
                </c:pt>
                <c:pt idx="9">
                  <c:v>2311-DA-ID-10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132.0</c:v>
                </c:pt>
                <c:pt idx="1">
                  <c:v>142.0</c:v>
                </c:pt>
                <c:pt idx="2">
                  <c:v>140.0</c:v>
                </c:pt>
                <c:pt idx="3">
                  <c:v>93.0</c:v>
                </c:pt>
                <c:pt idx="4">
                  <c:v>139.0</c:v>
                </c:pt>
                <c:pt idx="5">
                  <c:v>79.0</c:v>
                </c:pt>
                <c:pt idx="6">
                  <c:v>47.0</c:v>
                </c:pt>
                <c:pt idx="7">
                  <c:v>135.0</c:v>
                </c:pt>
                <c:pt idx="8">
                  <c:v>113.0</c:v>
                </c:pt>
                <c:pt idx="9">
                  <c:v>135.0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2311-ET-ID-24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front logo assembly making the mentioned changes,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1. Remove the Logo Holder (Black)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2. Instead of chrome plating the Logo Holding Bracket, finish it in Black and snap-fit the logo M and G onto this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3. Introduce a new chrome-plated edge trim to complete the design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16-pin connector set used on the IRVM assembly with an 8-pin connector set.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10 pin connector availability with supplier (similar to 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10 pin connector availability with supplier (similar to Kia)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2023-11-24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2311-EL-ID-25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Brass with Steel in the manufacture of the Main Terminal Connector Bolt within the Engine-Bay Fusebox Assembly of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Black Coated tracks used in the window regulators with Galvanized Steel tracks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 cost increase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93.0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Complete cost increase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2023-12-15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oxygen sensors used in MGI with the oxygen sensors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Manish Jaju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2024-02-20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PMMA+ASA with PC-ABS in the manufacture of the LH and RH Side Spoilers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79.0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2023-11-02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Mounting Point Covers present on each of the LH and RH side speaker/door handle housing trims of MGI with a smaller one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47.0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2023-11-07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projection of the 'HECTOR' badging on the tailgate at the rear end of the car from 4mm to 2.5mm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Verify business case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2023-11-24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2311-PA-ID-02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Redesign the current Brake Pedal Mounting Bracket used in MGI to a similar bracket used in KIA.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113.0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2311-DA-ID-10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Instead of using Aluminum in the manufacture of the Mirror Main Frame, use PA6-GF 50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new program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135.0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new program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1,155.00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3</a:t>
            </a:r>
          </a:p>
          <a:p>
            <a:pPr>
              <a:defRPr sz="1000">
                <a:latin typeface="Calibri"/>
              </a:defRPr>
            </a:pPr>
            <a:r>
              <a:t>• Status NG: 6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1,155.00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