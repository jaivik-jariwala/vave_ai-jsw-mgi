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2311-DA-ID-26</c:v>
                </c:pt>
                <c:pt idx="1">
                  <c:v>VAVE-SWI-083</c:v>
                </c:pt>
                <c:pt idx="2">
                  <c:v>2311-ET-ID-03</c:v>
                </c:pt>
                <c:pt idx="3">
                  <c:v>2311-PRODUCT-ID-06</c:v>
                </c:pt>
                <c:pt idx="4">
                  <c:v>VAVE-SWI-055</c:v>
                </c:pt>
                <c:pt idx="5">
                  <c:v>2311-EX-ID-01</c:v>
                </c:pt>
                <c:pt idx="6">
                  <c:v>2311-IP-ID-07</c:v>
                </c:pt>
                <c:pt idx="7">
                  <c:v>2311-IP-ID-05</c:v>
                </c:pt>
                <c:pt idx="8">
                  <c:v>2311-BIW-ID-02</c:v>
                </c:pt>
                <c:pt idx="9">
                  <c:v>2311-IP-ID-10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147.0</c:v>
                </c:pt>
                <c:pt idx="1">
                  <c:v>0.0</c:v>
                </c:pt>
                <c:pt idx="2">
                  <c:v>148.0</c:v>
                </c:pt>
                <c:pt idx="3">
                  <c:v>50.0</c:v>
                </c:pt>
                <c:pt idx="4">
                  <c:v>0.0</c:v>
                </c:pt>
                <c:pt idx="5">
                  <c:v>136.0</c:v>
                </c:pt>
                <c:pt idx="6">
                  <c:v>59.0</c:v>
                </c:pt>
                <c:pt idx="7">
                  <c:v>141.0</c:v>
                </c:pt>
                <c:pt idx="8">
                  <c:v>130.0</c:v>
                </c:pt>
                <c:pt idx="9">
                  <c:v>130.0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7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ABS blend with PP-T20 in the manufacture of the Front and Rear Door Panel Side Trims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VAVE-SWI-083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D90, Astor, ZSEV - Back penal PP sheet localization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Air Extractor Vent Securing Trims affixed at both ends of the rear bumper brackets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Change the design of the lug nut used in MGI with the design of the lug nut used in KIA.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Wheel lug nut in MGI-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Overall length - 31.3mm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Thread length - 27.95mm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Wheel lug nut in KIA-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Overall length - 27.5mm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Thread length - 15mm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Glove Box Dampener removal from low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IP Substrate complexity to recommend variant application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IP Substrate complexity to recommend variant application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2311-EX-ID-01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rubber hanger from the extension pipe near the resonator, along with its associated mounting points, and rearrange the other hangers as shown in the figure.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Relocate the hangers mounted on the resonator to the top and bottom of the resonator (onto the exhaust pipe and the extension pipe)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middle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upper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 coating from the LH &amp; RH A-Pillar Side Stiffener Brackets, LH &amp; RH Centre Console and Gear Selector Base Mounting Brackets on the BIW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CFT buy off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CFT buy off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2024-03-29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Front-Row Armrest Inner Cover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941.00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1</a:t>
            </a:r>
          </a:p>
          <a:p>
            <a:pPr>
              <a:defRPr sz="1000">
                <a:latin typeface="Calibri"/>
              </a:defRPr>
            </a:pPr>
            <a:r>
              <a:t>• Status NG: 7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941.00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