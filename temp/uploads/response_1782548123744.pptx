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2311-IT-ID-19</c:v>
                </c:pt>
                <c:pt idx="1">
                  <c:v>2311-BIW-ID-05</c:v>
                </c:pt>
                <c:pt idx="2">
                  <c:v>2311-ST-ID-04</c:v>
                </c:pt>
                <c:pt idx="3">
                  <c:v>2311-SS-ID-14</c:v>
                </c:pt>
                <c:pt idx="4">
                  <c:v>2311-SS-ID-01</c:v>
                </c:pt>
                <c:pt idx="5">
                  <c:v>2311-IP-ID-01</c:v>
                </c:pt>
                <c:pt idx="6">
                  <c:v>2311-IT-ID-11</c:v>
                </c:pt>
                <c:pt idx="7">
                  <c:v>2311-PRODUCT-ID-01</c:v>
                </c:pt>
                <c:pt idx="8">
                  <c:v>2311-SS-ID-07</c:v>
                </c:pt>
                <c:pt idx="9">
                  <c:v>2311-EX-ID-04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56.0</c:v>
                </c:pt>
                <c:pt idx="1">
                  <c:v>82.0</c:v>
                </c:pt>
                <c:pt idx="2">
                  <c:v>122.0</c:v>
                </c:pt>
                <c:pt idx="3">
                  <c:v>81.0</c:v>
                </c:pt>
                <c:pt idx="4">
                  <c:v>144.0</c:v>
                </c:pt>
                <c:pt idx="5">
                  <c:v>131.0</c:v>
                </c:pt>
                <c:pt idx="6">
                  <c:v>86.0</c:v>
                </c:pt>
                <c:pt idx="7">
                  <c:v>68.0</c:v>
                </c:pt>
                <c:pt idx="8">
                  <c:v>62.0</c:v>
                </c:pt>
                <c:pt idx="9">
                  <c:v>84.0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3</c:v>
                </c:pt>
                <c:pt idx="3">
                  <c:v>6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Anodizing done on the LH &amp; RH Sunroof Guide Rails 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56.0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Hold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Manish Jaju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2311-BIW-ID-05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Paint Coating Thickness of the highlighted Front Hood BiW Panel from 160 - 170μm to 100 - 110μm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2311-ST-ID-04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length of the Iron Castings from 175mm to 110mm and Increase the length of the Rods to compensate instead, similar to the setup employed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Process Deletion,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Remove the Black Painting done on the Second-Row Seat 60% and 40% Main Bracket Cross Members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width from the upper edge of the PVC panel of seat vent by 90mm.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144.0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2311-IP-ID-01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Thinsulate used within the LH &amp; RH Centre Console Side Trims of MGI with Thermoplastic Felt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131.0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part availability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Akhil/ Narendra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29-Mar-24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16-Feb-24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2311-IT-ID-11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11-layer headliner used in MGI with a 10-layer headliner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dual LED lamps used for rear license plate illumination with a pair of single LED lamps.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2311-SS-ID-07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Steel Support Plates used within the second and third-row seating assemblies of MGI with Corrugated PP Panels as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functionality requirement (load bearing capacity of seats)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on functionality requirement (load bearing capacity of seats)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Nishant/ Ratnadeep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2024-02-20 00:00:00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2311-EX-ID-04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Reduce the Wall Thickness of the Tailpipe from 1.2mm to 1mm.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cost savings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84.0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Confirm cost savings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Kalp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2024-04-15 00:00:00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916.00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3</a:t>
            </a:r>
          </a:p>
          <a:p>
            <a:pPr>
              <a:defRPr sz="1000">
                <a:latin typeface="Calibri"/>
              </a:defRPr>
            </a:pPr>
            <a:r>
              <a:t>• Status NG: 6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916.00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