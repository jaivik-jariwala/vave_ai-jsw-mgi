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traditional steel rod ends with advanced polymer composite spherical bearings for improved fatigue life and reduced mass in the 'tell' linkage.</a:t>
                      </a:r>
                    </a:p>
                  </a:txBody>
                  <a:tcPr/>
                </a:tc>
                <a:tc>
                  <a:txBody>
                    <a:bodyPr wrap="square"/>
                    <a:lstStyle/>
                    <a:p>
                      <a:pPr>
                        <a:defRPr sz="1000">
                          <a:latin typeface="Calibri"/>
                        </a:defRPr>
                      </a:pPr>
                      <a:r>
                        <a:t>The current 'tell' linkage utilizes steel rod ends, susceptible to corrosion and fatigue. By transitioning to a fiber-reinforced polymer composite with a high-performance tribological surface, we can leverage the inherent corrosion resistance and superior specific strength of composites.  Finite element analysis (FEA) will be performed to validate load-bearing capacity under dynamic suspension articulation and static conditions, simulating extreme road inputs and sustained loads.  Experimental validation will involve fatigue testing of prototype composite bearings under accelerated conditions, alongside rigorous road testing to assess NVH, durability, and performance consistency across a range of temperatures and environmental exposures.  Accelerated wear testing will also be crucial to confirm longevity.</a:t>
                      </a:r>
                    </a:p>
                  </a:txBody>
                  <a:tcPr/>
                </a:tc>
                <a:tc>
                  <a:txBody>
                    <a:bodyPr wrap="square"/>
                    <a:lstStyle/>
                    <a:p>
                      <a:pPr>
                        <a:defRPr sz="1000">
                          <a:latin typeface="Calibri"/>
                        </a:defRPr>
                      </a:pPr>
                      <a:r>
                        <a:t>1500000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'tell' linkage utilizes steel rod ends, susceptible to corrosion and fatigue. By transitioning to a fiber-reinforced polymer composite with a high-performance tribological surface, we can leverage the inherent corrosion resistance and superior specific strength of composites.  Finite element analysis (FEA) will be performed to validate load-bearing capacity under dynamic suspension articulation and static conditions, simulating extreme road inputs and sustained loads.  Experimental validation will involve fatigue testing of prototype composite bearings under accelerated conditions, alongside rigorous road testing to assess NVH, durability, and performance consistency across a range of temperatures and environmental exposures.  Accelerated wear testing will also be crucial to confirm longevity.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Integrate a self-lubricating, low-friction bushing material into the 'tell' rod ends, eliminating the need for periodic greasing and reducing maintenance requirements.</a:t>
                      </a:r>
                    </a:p>
                  </a:txBody>
                  <a:tcPr/>
                </a:tc>
                <a:tc>
                  <a:txBody>
                    <a:bodyPr wrap="square"/>
                    <a:lstStyle/>
                    <a:p>
                      <a:pPr>
                        <a:defRPr sz="1000">
                          <a:latin typeface="Calibri"/>
                        </a:defRPr>
                      </a:pPr>
                      <a:r>
                        <a:t>Current 'tell' linkages often employ greasable rod ends, leading to maintenance overhead and potential failure modes if lubrication is neglected.  Introducing a proprietary self-lubricating composite bushing (e.g., PTFE-filled PEEK) within the rod end housing will provide a consistent, low-friction interface.  This minimizes wear and eliminates the need for external lubrication.  FEA will model the thermal expansion and creep characteristics of the composite under operating loads and temperatures.  Validation will include extensive dynamic bench testing to measure friction coefficients and wear rates over millions of cycles, simulating real-world driving scenarios.  On-vehicle testing will focus on long-term reliability and confirmation of zero maintenance needs.</a:t>
                      </a:r>
                    </a:p>
                  </a:txBody>
                  <a:tcPr/>
                </a:tc>
                <a:tc>
                  <a:txBody>
                    <a:bodyPr wrap="square"/>
                    <a:lstStyle/>
                    <a:p>
                      <a:pPr>
                        <a:defRPr sz="1000">
                          <a:latin typeface="Calibri"/>
                        </a:defRPr>
                      </a:pPr>
                      <a:r>
                        <a:t>1200000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'tell' linkages often employ greasable rod ends, leading to maintenance overhead and potential failure modes if lubrication is neglected.  Introducing a proprietary self-lubricating composite bushing (e.g., PTFE-filled PEEK) within the rod end housing will provide a consistent, low-friction interface.  This minimizes wear and eliminates the need for external lubrication.  FEA will model the thermal expansion and creep characteristics of the composite under operating loads and temperatures.  Validation will include extensive dynamic bench testing to measure friction coefficients and wear rates over millions of cycles, simulating real-world driving scenarios.  On-vehicle testing will focus on long-term reliability and confirmation of zero maintenance needs.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Optimize the 'tell' rod cross-section using topology optimization to minimize material usage while maintaining structural integrity and stiffness requirements.</a:t>
                      </a:r>
                    </a:p>
                  </a:txBody>
                  <a:tcPr/>
                </a:tc>
                <a:tc>
                  <a:txBody>
                    <a:bodyPr wrap="square"/>
                    <a:lstStyle/>
                    <a:p>
                      <a:pPr>
                        <a:defRPr sz="1000">
                          <a:latin typeface="Calibri"/>
                        </a:defRPr>
                      </a:pPr>
                      <a:r>
                        <a:t>The current 'tell' rod design may contain excess material not contributing significantly to its structural function.  Topology optimization, a computational method, can identify the most efficient material distribution for a given set of loads and constraints.  This process will iteratively remove material from low-stress areas, resulting in a biomimetic or lattice-like structure that is inherently lighter and potentially cheaper to manufacture.  FEA will be used extensively to verify that the optimized design meets all stiffness, buckling, and fatigue life requirements under extreme suspension articulation.  Manufacturing feasibility studies will be conducted for the optimized geometries, potentially exploring additive manufacturing for complex shapes or advanced forging techniques.  Physical prototypes will undergo rigorous load testing and dynamic performance evaluation.</a:t>
                      </a:r>
                    </a:p>
                  </a:txBody>
                  <a:tcPr/>
                </a:tc>
                <a:tc>
                  <a:txBody>
                    <a:bodyPr wrap="square"/>
                    <a:lstStyle/>
                    <a:p>
                      <a:pPr>
                        <a:defRPr sz="1000">
                          <a:latin typeface="Calibri"/>
                        </a:defRPr>
                      </a:pPr>
                      <a:r>
                        <a:t>1800000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'tell' rod design may contain excess material not contributing significantly to its structural function.  Topology optimization, a computational method, can identify the most efficient material distribution for a given set of loads and constraints.  This process will iteratively remove material from low-stress areas, resulting in a biomimetic or lattice-like structure that is inherently lighter and potentially cheaper to manufacture.  FEA will be used extensively to verify that the optimized design meets all stiffness, buckling, and fatigue life requirements under extreme suspension articulation.  Manufacturing feasibility studies will be conducted for the optimized geometries, potentially exploring additive manufacturing for complex shapes or advanced forging techniques.  Physical prototypes will undergo rigorous load testing and dynamic performance evaluation.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Explore the use of a hollow, hydroformed steel tube for the 'tell' rod, significantly reducing weight and improving bending stiffness compared to a solid rod.</a:t>
                      </a:r>
                    </a:p>
                  </a:txBody>
                  <a:tcPr/>
                </a:tc>
                <a:tc>
                  <a:txBody>
                    <a:bodyPr wrap="square"/>
                    <a:lstStyle/>
                    <a:p>
                      <a:pPr>
                        <a:defRPr sz="1000">
                          <a:latin typeface="Calibri"/>
                        </a:defRPr>
                      </a:pPr>
                      <a:r>
                        <a:t>Traditional 'tell' rods are often solid steel, which can be heavy. Hydroforming allows for complex shapes and internal structures, such as hollow tubes with varying wall thicknesses. This process enables precise control over the rod's cross-sectional geometry to maximize bending stiffness for a given weight. FEA will simulate the hydroforming process to ensure dimensional accuracy and material integrity.  Crucially, FEA will model the buckling resistance and fatigue life of the hollow tube under high compressive and tensile loads encountered during suspension movement.  Validation will involve extensive static and dynamic load testing of hydroformed prototypes, comparing their performance and mass against current solid rod designs.  Corrosion protection for the internal cavity will also be assessed.</a:t>
                      </a:r>
                    </a:p>
                  </a:txBody>
                  <a:tcPr/>
                </a:tc>
                <a:tc>
                  <a:txBody>
                    <a:bodyPr wrap="square"/>
                    <a:lstStyle/>
                    <a:p>
                      <a:pPr>
                        <a:defRPr sz="1000">
                          <a:latin typeface="Calibri"/>
                        </a:defRPr>
                      </a:pPr>
                      <a:r>
                        <a:t>1000000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'tell' rods are often solid steel, which can be heavy. Hydroforming allows for complex shapes and internal structures, such as hollow tubes with varying wall thicknesses. This process enables precise control over the rod's cross-sectional geometry to maximize bending stiffness for a given weight. FEA will simulate the hydroforming process to ensure dimensional accuracy and material integrity.  Crucially, FEA will model the buckling resistance and fatigue life of the hollow tube under high compressive and tensile loads encountered during suspension movement.  Validation will involve extensive static and dynamic load testing of hydroformed prototypes, comparing their performance and mass against current solid rod designs.  Corrosion protection for the internal cavity will also be assessed.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Implement a modular 'tell' rod assembly with standardized, interchangeable rod end and link components to simplify manufacturing, assembly, and service.</a:t>
                      </a:r>
                    </a:p>
                  </a:txBody>
                  <a:tcPr/>
                </a:tc>
                <a:tc>
                  <a:txBody>
                    <a:bodyPr wrap="square"/>
                    <a:lstStyle/>
                    <a:p>
                      <a:pPr>
                        <a:defRPr sz="1000">
                          <a:latin typeface="Calibri"/>
                        </a:defRPr>
                      </a:pPr>
                      <a:r>
                        <a:t>A monolithic 'tell' rod design increases manufacturing complexity and limits repair options. A modular approach will break the 'tell' rod into distinct, standardized components (e.g., a central link and two universal rod ends). This allows for specialized manufacturing of each component and easier assembly on the production line. Interchangeability simplifies spare parts management and repair.  FEA will analyze the load transfer and stress concentrations at the module interfaces to ensure no performance degradation.  Durability testing will focus on the reliability of the interface connections under cyclic loading.  Serviceability studies will confirm ease of replacement of individual modules.  Material selection for each module can be optimized independently.</a:t>
                      </a:r>
                    </a:p>
                  </a:txBody>
                  <a:tcPr/>
                </a:tc>
                <a:tc>
                  <a:txBody>
                    <a:bodyPr wrap="square"/>
                    <a:lstStyle/>
                    <a:p>
                      <a:pPr>
                        <a:defRPr sz="1000">
                          <a:latin typeface="Calibri"/>
                        </a:defRPr>
                      </a:pPr>
                      <a:r>
                        <a:t>1600000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 monolithic 'tell' rod design increases manufacturing complexity and limits repair options. A modular approach will break the 'tell' rod into distinct, standardized components (e.g., a central link and two universal rod ends). This allows for specialized manufacturing of each component and easier assembly on the production line. Interchangeability simplifies spare parts management and repair.  FEA will analyze the load transfer and stress concentrations at the module interfaces to ensure no performance degradation.  Durability testing will focus on the reliability of the interface connections under cyclic loading.  Serviceability studies will confirm ease of replacement of individual modules.  Material selection for each module can be optimized independently.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Develop a 'tell' rod with an integrated elastomer damper to absorb high-frequency vibrations and improve ride comfort, reducing the need for separate damping components.</a:t>
                      </a:r>
                    </a:p>
                  </a:txBody>
                  <a:tcPr/>
                </a:tc>
                <a:tc>
                  <a:txBody>
                    <a:bodyPr wrap="square"/>
                    <a:lstStyle/>
                    <a:p>
                      <a:pPr>
                        <a:defRPr sz="1000">
                          <a:latin typeface="Calibri"/>
                        </a:defRPr>
                      </a:pPr>
                      <a:r>
                        <a:t>Road inputs introduce vibrations that can propagate through the suspension linkage, impacting ride comfort and potentially causing fatigue. By incorporating a tuned elastomeric element directly into the 'tell' rod assembly, we can dissipate vibrational energy at its source.  The elastomer's properties (e.g., durometer, geometry) will be optimized through FEA to target specific frequency ranges and damping characteristics.  Dynamic simulations will model the effect of the integrated damper on the overall suspension response.  Validation will involve extensive NVH (Noise, Vibration, and Harshness) testing on a shaker rig and in-vehicle, comparing vibration transmission levels before and after implementation.  Accelerated durability testing of the elastomer will be performed to ensure long-term effectiveness.</a:t>
                      </a:r>
                    </a:p>
                  </a:txBody>
                  <a:tcPr/>
                </a:tc>
                <a:tc>
                  <a:txBody>
                    <a:bodyPr wrap="square"/>
                    <a:lstStyle/>
                    <a:p>
                      <a:pPr>
                        <a:defRPr sz="1000">
                          <a:latin typeface="Calibri"/>
                        </a:defRPr>
                      </a:pPr>
                      <a:r>
                        <a:t>900000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Road inputs introduce vibrations that can propagate through the suspension linkage, impacting ride comfort and potentially causing fatigue. By incorporating a tuned elastomeric element directly into the 'tell' rod assembly, we can dissipate vibrational energy at its source.  The elastomer's properties (e.g., durometer, geometry) will be optimized through FEA to target specific frequency ranges and damping characteristics.  Dynamic simulations will model the effect of the integrated damper on the overall suspension response.  Validation will involve extensive NVH (Noise, Vibration, and Harshness) testing on a shaker rig and in-vehicle, comparing vibration transmission levels before and after implementation.  Accelerated durability testing of the elastomer will be performed to ensure long-term effectiveness.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