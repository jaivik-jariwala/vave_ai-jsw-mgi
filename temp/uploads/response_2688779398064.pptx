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2311-ET-ID-14</c:v>
                </c:pt>
                <c:pt idx="1">
                  <c:v>2311-BA-ID-01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41.0</c:v>
                </c:pt>
                <c:pt idx="1">
                  <c:v>47.0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9812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Replace the 2240GSM Engine Bay Insulation Cover within MGI with a 1080 - 1100GSM Insulation Cover (PES-NF) as in KIA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Replace the 5300GSM Cabin Insulation Cover within MGI with a 4550 - 4650GSM Insulation Cover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vehicel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vehicel trial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Narendra/ 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2024-06-28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2311-BA-ID-01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The Brake Booster Plate in MGI could be integrated into the Dashboard BIW of the vehicle as done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2</a:t>
            </a:r>
          </a:p>
          <a:p>
            <a:pPr>
              <a:defRPr sz="1000">
                <a:latin typeface="Calibri"/>
              </a:defRPr>
            </a:pPr>
            <a:r>
              <a:t>• Total Potential Savings: INR 88.00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1</a:t>
            </a:r>
          </a:p>
          <a:p>
            <a:pPr>
              <a:defRPr sz="1000">
                <a:latin typeface="Calibri"/>
              </a:defRPr>
            </a:pPr>
            <a:r>
              <a:t>• Status TBD: 0</a:t>
            </a:r>
          </a:p>
          <a:p>
            <a:pPr>
              <a:defRPr sz="1000">
                <a:latin typeface="Calibri"/>
              </a:defRPr>
            </a:pPr>
            <a:r>
              <a:t>• Status NG: 1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2 ideas analyzed.</a:t>
            </a:r>
          </a:p>
          <a:p>
            <a:pPr>
              <a:defRPr sz="1800">
                <a:latin typeface="Calibri"/>
              </a:defRPr>
            </a:pPr>
            <a:r>
              <a:t>Total Savings: INR 88.00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