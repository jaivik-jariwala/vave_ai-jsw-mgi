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2311-PRODUCT-ID-02</c:v>
                </c:pt>
                <c:pt idx="1">
                  <c:v>2311-PRODUCT-ID-23</c:v>
                </c:pt>
                <c:pt idx="2">
                  <c:v>VAVE-SWI-056</c:v>
                </c:pt>
                <c:pt idx="3">
                  <c:v>2311-ET-ID-25</c:v>
                </c:pt>
                <c:pt idx="4">
                  <c:v>2311-FS-ID-03</c:v>
                </c:pt>
                <c:pt idx="5">
                  <c:v>2311-IP-ID-11</c:v>
                </c:pt>
                <c:pt idx="6">
                  <c:v>2311-EL-ID-07</c:v>
                </c:pt>
                <c:pt idx="7">
                  <c:v>VAVE-SWI-052</c:v>
                </c:pt>
                <c:pt idx="8">
                  <c:v>VAVE-SWI-047</c:v>
                </c:pt>
                <c:pt idx="9">
                  <c:v>2311-IP-ID-07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130.0</c:v>
                </c:pt>
                <c:pt idx="1">
                  <c:v>71.0</c:v>
                </c:pt>
                <c:pt idx="2">
                  <c:v>0.0</c:v>
                </c:pt>
                <c:pt idx="3">
                  <c:v>122.0</c:v>
                </c:pt>
                <c:pt idx="4">
                  <c:v>75.0</c:v>
                </c:pt>
                <c:pt idx="5">
                  <c:v>138.0</c:v>
                </c:pt>
                <c:pt idx="6">
                  <c:v>79.0</c:v>
                </c:pt>
                <c:pt idx="7">
                  <c:v>0.0</c:v>
                </c:pt>
                <c:pt idx="8">
                  <c:v>0.0</c:v>
                </c:pt>
                <c:pt idx="9">
                  <c:v>59.0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6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Plastic Caps mounted onto the doors, hood, and tailgate (total 14) with adhesive stickers.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2311-PRODUCT-ID-23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Tailgate Bumper Stops in MGI into an 'L' shape reducing the length from 74mm to 40mm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Confirm with homeroom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Confirm for cost saving and tooling requirement.Homeroom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Confirm with homeroom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Confirm for cost saving and tooling requirement.Homeroom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1.Himanshu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Sruhti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VAVE-SWI-056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Quarter Lower Insulation removal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Complete NVH trial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Complete NVH trial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Narendra/ 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2024-06-21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PP-T20 in the manufacture of the reflector casing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2311-FS-ID-03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average wall thickness of the Baffle Plates present within the fuel tank assembly of MGI from 0.7mm to 0.6mm as seen in the fuel tank assembly of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PP-TD40 in the manufacture of the Front-Row Air Vent Casings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PP-T30 used in the manufacture of the LH and RH DRL/Indicator Lamp Housings of MGI with PP-TD20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VAVE-SWI-052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Console Armrest rear panel wrapping to MIC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with supplier on 55lakh investment requirement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with supplier on 55lakh investment requirement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2024-06-07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VAVE-SWI-047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Hydrography to painting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plate availability for appearnace approval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plate availability for appearnace approval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2024-06-15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PP+EPDM+T20 with PP+T20 in the manufacture of the dashboard middle trim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To be considered for new project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To be considered for new project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674.00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2</a:t>
            </a:r>
          </a:p>
          <a:p>
            <a:pPr>
              <a:defRPr sz="1000">
                <a:latin typeface="Calibri"/>
              </a:defRPr>
            </a:pPr>
            <a:r>
              <a:t>• Status TBD: 2</a:t>
            </a:r>
          </a:p>
          <a:p>
            <a:pPr>
              <a:defRPr sz="1000">
                <a:latin typeface="Calibri"/>
              </a:defRPr>
            </a:pPr>
            <a:r>
              <a:t>• Status NG: 6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674.00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