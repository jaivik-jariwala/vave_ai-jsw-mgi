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2311-BIW-ID-06</c:v>
                </c:pt>
                <c:pt idx="1">
                  <c:v>2311-DA-ID-12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135.0</c:v>
                </c:pt>
                <c:pt idx="1">
                  <c:v>131.0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19812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Roof BiW Panel from 110 - 120μm to 70 - 80μm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ABS with PP-GF 15 in the manufacture of the LH and RH Side Spoiler Inner Trims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2</a:t>
            </a:r>
          </a:p>
          <a:p>
            <a:pPr>
              <a:defRPr sz="1000">
                <a:latin typeface="Calibri"/>
              </a:defRPr>
            </a:pPr>
            <a:r>
              <a:t>• Total Potential Savings: INR 266.00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1</a:t>
            </a:r>
          </a:p>
          <a:p>
            <a:pPr>
              <a:defRPr sz="1000">
                <a:latin typeface="Calibri"/>
              </a:defRPr>
            </a:pPr>
            <a:r>
              <a:t>• Status NG: 1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2 ideas analyzed.</a:t>
            </a:r>
          </a:p>
          <a:p>
            <a:pPr>
              <a:defRPr sz="1800">
                <a:latin typeface="Calibri"/>
              </a:defRPr>
            </a:pPr>
            <a:r>
              <a:t>Total Savings: INR 266.00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