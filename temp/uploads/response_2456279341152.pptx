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2311-PRODUCT-ID-02</c:v>
                </c:pt>
                <c:pt idx="1">
                  <c:v>2311-BIW-ID-03</c:v>
                </c:pt>
                <c:pt idx="2">
                  <c:v>2311-BIW-ID-05</c:v>
                </c:pt>
                <c:pt idx="3">
                  <c:v>2311-IT-ID-05</c:v>
                </c:pt>
                <c:pt idx="4">
                  <c:v>2311-IT-ID-22</c:v>
                </c:pt>
                <c:pt idx="5">
                  <c:v>2311-SS-ID-11</c:v>
                </c:pt>
                <c:pt idx="6">
                  <c:v>2311-ET-ID-11</c:v>
                </c:pt>
                <c:pt idx="7">
                  <c:v>2311-PRODUCT-ID-24</c:v>
                </c:pt>
                <c:pt idx="8">
                  <c:v>2311-PRODUCT-ID-07</c:v>
                </c:pt>
                <c:pt idx="9">
                  <c:v>2311-SS-ID-06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130.0</c:v>
                </c:pt>
                <c:pt idx="1">
                  <c:v>122.0</c:v>
                </c:pt>
                <c:pt idx="2">
                  <c:v>82.0</c:v>
                </c:pt>
                <c:pt idx="3">
                  <c:v>40.0</c:v>
                </c:pt>
                <c:pt idx="4">
                  <c:v>42.0</c:v>
                </c:pt>
                <c:pt idx="5">
                  <c:v>90.0</c:v>
                </c:pt>
                <c:pt idx="6">
                  <c:v>131.0</c:v>
                </c:pt>
                <c:pt idx="7">
                  <c:v>64.0</c:v>
                </c:pt>
                <c:pt idx="8">
                  <c:v>115.0</c:v>
                </c:pt>
                <c:pt idx="9">
                  <c:v>93.0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Thicknesses of the highlighted Front Fender and Rear Quarter Panel BiW Panels from 120 - 130μm to 85 - 95μm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TPE Coaster/Insert positioned at the base of the front centre armrest storage compartment with a Fabric 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2311-IT-ID-22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used in the manufacture of the Third Row LH &amp; RH Cup Holders with PP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Driver and Co-Driver Seat Base Support Frames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Foam inserts from both the LH and RH sides of MGI and use plastic trims instead as employed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Thinsulate could be used if required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Eliminate the hooks from the receptacle trims found on the RH side of the headrest assemblies reducing the overall length from 53.3mm to 40mm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Revise the existing seatbelt buckle housing brackets in MGI to match those in KIA, reducing the maximum width of the bracket from 33.5mm to 24mm, in line with KIA's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909.00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909.00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