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2311-EL-ID-22</c:v>
                </c:pt>
                <c:pt idx="1">
                  <c:v>VAVE-SWI-056</c:v>
                </c:pt>
                <c:pt idx="2">
                  <c:v>2311-FS-ID-01</c:v>
                </c:pt>
                <c:pt idx="3">
                  <c:v>VAVE-SWI-060</c:v>
                </c:pt>
                <c:pt idx="4">
                  <c:v>VAVE-SWI-057</c:v>
                </c:pt>
                <c:pt idx="5">
                  <c:v>2311-EL-ID-08</c:v>
                </c:pt>
                <c:pt idx="6">
                  <c:v>VAVE-SWI-069</c:v>
                </c:pt>
                <c:pt idx="7">
                  <c:v>2311-EX-ID-06</c:v>
                </c:pt>
                <c:pt idx="8">
                  <c:v>2311-PRODUCT-ID-23</c:v>
                </c:pt>
                <c:pt idx="9">
                  <c:v>2311-PRODUCT-ID-25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111.0</c:v>
                </c:pt>
                <c:pt idx="1">
                  <c:v>0.0</c:v>
                </c:pt>
                <c:pt idx="2">
                  <c:v>142.0</c:v>
                </c:pt>
                <c:pt idx="3">
                  <c:v>8.0</c:v>
                </c:pt>
                <c:pt idx="4">
                  <c:v>0.0</c:v>
                </c:pt>
                <c:pt idx="5">
                  <c:v>135.0</c:v>
                </c:pt>
                <c:pt idx="6">
                  <c:v>0.0</c:v>
                </c:pt>
                <c:pt idx="7">
                  <c:v>60.0</c:v>
                </c:pt>
                <c:pt idx="8">
                  <c:v>71.0</c:v>
                </c:pt>
                <c:pt idx="9">
                  <c:v>69.0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Closed (Mini) Fuses used within the Driver-Side Fuse Box of the vehicle with Open (Mini) Fuses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Quarter Lower Insulation removal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NVH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NVH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Narendra/ 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2024-06-21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Neoprene Foam Sheaths present on the fuel lines and the fuel inlet hose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Kia routing photos for analysis with ASI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Kia routing photos for analysis with ASI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VAVE-SWI-060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 strip to loose elastic strip at Map pocket upper side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date for sample availability (Functional &amp; Appearance check) - 1Nos Passenger seat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date for sample availability (Functional &amp; Appearance check) - 1Nos Passenger seat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DP, Tailgate insulation change from PP PET to PET Felt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Update the battery mounting technique in MGI to align with the one employed in KIA, including a redesign of the battery-securing enclosure.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VAVE-SWI-069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Backrest bolster support frame wire diameter to be reduce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2311-EX-ID-06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average wall thickness of the Exhaust Pipes (Pre-Silencer Outlet Pipe, Flexi Exhaust Outlet Connecting Pipe and Main Silencer Inlet Pipe) in MGI from 1.8mm and 1.4mm to 1.2mm as seen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Tailgate Bumper Stops in MGI into an 'L' shape reducing the length from 74mm to 40mm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Confirm with homeroom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Confirm for cost saving and tooling requirement.Homeroom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Confirm with homeroom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Confirm for cost saving and tooling requirement.Homeroom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1.Himanshu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Sruhti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overall length of the Windshield Washer Fluid Reservoir neck by 30mm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596.00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2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5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596.00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