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2311-PRODUCT-ID-01</c:v>
                </c:pt>
                <c:pt idx="1">
                  <c:v>2311-EL-ID-05</c:v>
                </c:pt>
                <c:pt idx="2">
                  <c:v>2311-EL-ID-13</c:v>
                </c:pt>
                <c:pt idx="3">
                  <c:v>2311-EL-ID-04</c:v>
                </c:pt>
                <c:pt idx="4">
                  <c:v>2311-EL-ID-14</c:v>
                </c:pt>
                <c:pt idx="5">
                  <c:v>SYS-ERR</c:v>
                </c:pt>
              </c:strCache>
            </c:strRef>
          </c:cat>
          <c:val>
            <c:numRef>
              <c:f>Sheet1!$B$2:$B$7</c:f>
              <c:numCache>
                <c:formatCode>General</c:formatCode>
                <c:ptCount val="6"/>
                <c:pt idx="0">
                  <c:v>68.0</c:v>
                </c:pt>
                <c:pt idx="1">
                  <c:v>91.0</c:v>
                </c:pt>
                <c:pt idx="2">
                  <c:v>121.0</c:v>
                </c:pt>
                <c:pt idx="3">
                  <c:v>120.0</c:v>
                </c:pt>
                <c:pt idx="4">
                  <c:v>68.0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5</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Ojaswini</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2311-EL-ID-05</a:t>
                      </a:r>
                    </a:p>
                  </a:txBody>
                  <a:tcPr/>
                </a:tc>
                <a:tc>
                  <a:txBody>
                    <a:bodyPr wrap="square"/>
                    <a:lstStyle/>
                    <a:p>
                      <a:pPr>
                        <a:defRPr sz="1000">
                          <a:latin typeface="Calibri"/>
                        </a:defRPr>
                      </a:pPr>
                      <a:r>
                        <a:t>Replace PC used in the manufacture of the LH &amp; RH Front Fog Lamp Bezels of MGI with PBT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91.0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2311-EL-ID-13</a:t>
                      </a:r>
                    </a:p>
                  </a:txBody>
                  <a:tcPr/>
                </a:tc>
                <a:tc>
                  <a:txBody>
                    <a:bodyPr wrap="square"/>
                    <a:lstStyle/>
                    <a:p>
                      <a:pPr>
                        <a:defRPr sz="1000">
                          <a:latin typeface="Calibri"/>
                        </a:defRPr>
                      </a:pPr>
                      <a:r>
                        <a:t>Replace PC-ABS with ABS in the manufacture of the Rear Fog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2311-EL-ID-04</a:t>
                      </a:r>
                    </a:p>
                  </a:txBody>
                  <a:tcPr/>
                </a:tc>
                <a:tc>
                  <a:txBody>
                    <a:bodyPr wrap="square"/>
                    <a:lstStyle/>
                    <a:p>
                      <a:pPr>
                        <a:defRPr sz="1000">
                          <a:latin typeface="Calibri"/>
                        </a:defRPr>
                      </a:pPr>
                      <a:r>
                        <a:t>Replace PP-T30 used in the manufacture of the LH &amp; RH Front Fog Lamp Housing of MGI with PP-TD20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2311-EL-ID-14</a:t>
                      </a:r>
                    </a:p>
                  </a:txBody>
                  <a:tcPr/>
                </a:tc>
                <a:tc>
                  <a:txBody>
                    <a:bodyPr wrap="square"/>
                    <a:lstStyle/>
                    <a:p>
                      <a:pPr>
                        <a:defRPr sz="1000">
                          <a:latin typeface="Calibri"/>
                        </a:defRPr>
                      </a:pPr>
                      <a:r>
                        <a:t>Replace PC used in the manufacture of the LH &amp; RH Rear Tail Lamps, Rear Center Light Bar and Rear Fog Lamp Bezels of MGI with PBT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SYS-ERR</a:t>
                      </a:r>
                    </a:p>
                  </a:txBody>
                  <a:tcPr/>
                </a:tc>
                <a:tc>
                  <a:txBody>
                    <a:bodyPr wrap="square"/>
                    <a:lstStyle/>
                    <a:p>
                      <a:pPr>
                        <a:defRPr sz="1000">
                          <a:latin typeface="Calibri"/>
                        </a:defRPr>
                      </a:pPr>
                      <a:r>
                        <a:t>⚠️ AI System Error</a:t>
                      </a:r>
                    </a:p>
                  </a:txBody>
                  <a:tcPr/>
                </a:tc>
                <a:tc>
                  <a:txBody>
                    <a:bodyPr wrap="square"/>
                    <a:lstStyle/>
                    <a:p>
                      <a:pPr>
                        <a:defRPr sz="1000">
                          <a:latin typeface="Calibri"/>
                        </a:defRPr>
                      </a:pPr>
                      <a:r>
                        <a:t>Diagnostic: ERROR_NO_MODELS_WORKING. Last error: 404 models/gemini-pro is not found for API version v1beta, or is not supported for generateContent. Call ListModels to see the list of available models and their supported methods.. Please check server logs.</a:t>
                      </a:r>
                    </a:p>
                  </a:txBody>
                  <a:tcPr/>
                </a:tc>
                <a:tc>
                  <a:txBody>
                    <a:bodyPr wrap="square"/>
                    <a:lstStyle/>
                    <a:p>
                      <a:pPr>
                        <a:defRPr sz="1000">
                          <a:latin typeface="Calibri"/>
                        </a:defRPr>
                      </a:pPr>
                      <a:r>
                        <a:t>0</a:t>
                      </a:r>
                    </a:p>
                  </a:txBody>
                  <a:tcPr/>
                </a:tc>
                <a:tc>
                  <a:txBody>
                    <a:bodyPr wrap="square"/>
                    <a:lstStyle/>
                    <a:p>
                      <a:pPr>
                        <a:defRPr sz="1000">
                          <a:latin typeface="Calibri"/>
                        </a:defRPr>
                      </a:pPr>
                      <a:r>
                        <a:t>Error</a:t>
                      </a:r>
                    </a:p>
                  </a:txBody>
                  <a:tcPr/>
                </a:tc>
                <a:tc>
                  <a:txBody>
                    <a:bodyPr wrap="square"/>
                    <a:lstStyle/>
                    <a:p>
                      <a:pPr>
                        <a:defRPr sz="1000">
                          <a:latin typeface="Calibri"/>
                        </a:defRPr>
                      </a:pPr>
                      <a:r>
                        <a:t>Diagnostic: ERROR_NO_MODELS_WORKING. Last error: 404 models/gemini-pro is not found for API version v1beta, or is not supported for generateContent. Call ListModels to see the list of available models and their supported methods.. Please check server logs.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468.00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5</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468.00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