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2311-DA-ID-35</c:v>
                </c:pt>
                <c:pt idx="1">
                  <c:v>2311-IP-ID-02</c:v>
                </c:pt>
                <c:pt idx="2">
                  <c:v>2311-PRODUCT-ID-11</c:v>
                </c:pt>
                <c:pt idx="3">
                  <c:v>2311-IP-ID-15</c:v>
                </c:pt>
                <c:pt idx="4">
                  <c:v>2311-SS-ID-04</c:v>
                </c:pt>
                <c:pt idx="5">
                  <c:v>2311-FS-ID-01</c:v>
                </c:pt>
                <c:pt idx="6">
                  <c:v>2311-HV-ID-04</c:v>
                </c:pt>
                <c:pt idx="7">
                  <c:v>2311-DA-ID-14</c:v>
                </c:pt>
                <c:pt idx="8">
                  <c:v>2311-DA-ID-27</c:v>
                </c:pt>
                <c:pt idx="9">
                  <c:v>2311-PRODUCT-ID-02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147.0</c:v>
                </c:pt>
                <c:pt idx="1">
                  <c:v>87.0</c:v>
                </c:pt>
                <c:pt idx="2">
                  <c:v>89.0</c:v>
                </c:pt>
                <c:pt idx="3">
                  <c:v>60.0</c:v>
                </c:pt>
                <c:pt idx="4">
                  <c:v>48.0</c:v>
                </c:pt>
                <c:pt idx="5">
                  <c:v>142.0</c:v>
                </c:pt>
                <c:pt idx="6">
                  <c:v>123.0</c:v>
                </c:pt>
                <c:pt idx="7">
                  <c:v>75.0</c:v>
                </c:pt>
                <c:pt idx="8">
                  <c:v>126.0</c:v>
                </c:pt>
                <c:pt idx="9">
                  <c:v>130.0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PBT-GF30 with PA6-GF30 in the manufacture of the gear casings.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Consider in homeroom bucket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Hold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Consider in homeroom bucket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TBC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PC+ABS/TPU used in the manufacture of the Centre Console Bottle Holder Trim with PP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Supplier evalutiaon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Supplier evalutiaon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2024-02-22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width of the trunk liner flap by 60mm from the upper edge.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 for 20mm reduction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 for 20mm reduction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2024-02-14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IP LHS &amp; RHS Trims since the finish could be achieved on ABS-made trims as well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Substitute the leather upholstery on the left-hand (LH) and right-hand (RH) sides of the third-row seat bases with the same fabric utilized on the LH and RH sides of the corresponding backrests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for combined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for combined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2023-11-10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2311-FS-ID-01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Neoprene Foam Sheaths present on the fuel lines and the fuel inlet hose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Kia routing photos for analysis with ASI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Kia routing photos for analysis with ASI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2024-02-12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2311-HV-ID-04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PP-TD40 in the manufacture of the Second and Third-Row Air Vent Casings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Coasters/Inserts from the Door Recess Trims and the second-row AC Vent Bottom Storage Area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ABS+PVC+PU with PP+PE-TD14 in the manufacture of both Front and Rear Passenger Armrest Trims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 tooling cost from YFI to be confirmed for business case calculations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 tooling cost from YFI to be confirmed for business case calculations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2024-02-12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Plastic Caps mounted onto the doors, hood, and tailgate (total 14) with adhesive stickers.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1,027.00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5</a:t>
            </a:r>
          </a:p>
          <a:p>
            <a:pPr>
              <a:defRPr sz="1000">
                <a:latin typeface="Calibri"/>
              </a:defRPr>
            </a:pPr>
            <a:r>
              <a:t>• Status NG: 4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1,027.00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