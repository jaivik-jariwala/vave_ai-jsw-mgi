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Sheet1!$A$2:$A$7</c:f>
              <c:strCache>
                <c:ptCount val="6"/>
                <c:pt idx="0">
                  <c:v>2311-EL-ID-10</c:v>
                </c:pt>
                <c:pt idx="1">
                  <c:v>2311-EL-ID-08</c:v>
                </c:pt>
                <c:pt idx="2">
                  <c:v>2311-EL-ID-09</c:v>
                </c:pt>
                <c:pt idx="3">
                  <c:v>2311-ET-ID-14</c:v>
                </c:pt>
                <c:pt idx="4">
                  <c:v>2311-EL-ID-11</c:v>
                </c:pt>
                <c:pt idx="5">
                  <c:v>SYS-ERR</c:v>
                </c:pt>
              </c:strCache>
            </c:strRef>
          </c:cat>
          <c:val>
            <c:numRef>
              <c:f>Sheet1!$B$2:$B$7</c:f>
              <c:numCache>
                <c:formatCode>General</c:formatCode>
                <c:ptCount val="6"/>
                <c:pt idx="0">
                  <c:v>61.0</c:v>
                </c:pt>
                <c:pt idx="1">
                  <c:v>135.0</c:v>
                </c:pt>
                <c:pt idx="2">
                  <c:v>90.0</c:v>
                </c:pt>
                <c:pt idx="3">
                  <c:v>41.0</c:v>
                </c:pt>
                <c:pt idx="4">
                  <c:v>137.0</c:v>
                </c:pt>
                <c:pt idx="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2311-EL-ID-10</a:t>
                      </a:r>
                    </a:p>
                  </a:txBody>
                  <a:tcPr/>
                </a:tc>
                <a:tc>
                  <a:txBody>
                    <a:bodyPr wrap="square"/>
                    <a:lstStyle/>
                    <a:p>
                      <a:pPr>
                        <a:defRPr sz="1000">
                          <a:latin typeface="Calibri"/>
                        </a:defRPr>
                      </a:pPr>
                      <a:r>
                        <a:t>Replace the 444GSM Battery Insulation Cover used in MGI with a 350GSM Insulation Cover</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INR 61.0</a:t>
                      </a:r>
                    </a:p>
                  </a:txBody>
                  <a:tcPr/>
                </a:tc>
                <a:tc>
                  <a:txBody>
                    <a:bodyPr wrap="square"/>
                    <a:lstStyle/>
                    <a:p>
                      <a:pPr>
                        <a:defRPr sz="1000">
                          <a:latin typeface="Calibri"/>
                        </a:defRPr>
                      </a:pPr>
                      <a:r>
                        <a:t>TBD</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Ojaswini</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2311-EL-ID-09</a:t>
                      </a:r>
                    </a:p>
                  </a:txBody>
                  <a:tcPr/>
                </a:tc>
                <a:tc>
                  <a:txBody>
                    <a:bodyPr wrap="square"/>
                    <a:lstStyle/>
                    <a:p>
                      <a:pPr>
                        <a:defRPr sz="1000">
                          <a:latin typeface="Calibri"/>
                        </a:defRPr>
                      </a:pPr>
                      <a:r>
                        <a:t>Remove the separate tray provided at the base of the battery enclosure in MGI</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INR 90.0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Ratnadeep</a:t>
                      </a:r>
                    </a:p>
                  </a:txBody>
                  <a:tcPr/>
                </a:tc>
                <a:tc>
                  <a:txBody>
                    <a:bodyPr wrap="square"/>
                    <a:lstStyle/>
                    <a:p>
                      <a:pPr>
                        <a:defRPr sz="1000">
                          <a:latin typeface="Calibri"/>
                        </a:defRPr>
                      </a:pPr>
                      <a:r>
                        <a:t>2024-04-15 00:00:00</a:t>
                      </a:r>
                    </a:p>
                  </a:txBody>
                  <a:tcPr/>
                </a:tc>
              </a:tr>
              <a:tr h="320040">
                <a:tc>
                  <a:txBody>
                    <a:bodyPr wrap="square"/>
                    <a:lstStyle/>
                    <a:p>
                      <a:pPr>
                        <a:defRPr sz="1000">
                          <a:latin typeface="Calibri"/>
                        </a:defRPr>
                      </a:pPr>
                      <a:r>
                        <a:t>2311-ET-ID-14</a:t>
                      </a:r>
                    </a:p>
                  </a:txBody>
                  <a:tcPr/>
                </a:tc>
                <a:tc>
                  <a:txBody>
                    <a:bodyPr wrap="square"/>
                    <a:lstStyle/>
                    <a:p>
                      <a:pPr>
                        <a:defRPr sz="1000">
                          <a:latin typeface="Calibri"/>
                        </a:defRPr>
                      </a:pPr>
                      <a:r>
                        <a:t>1. Replace the 2240GSM Engine Bay Insulation Cover within MGI with a 1080 - 1100GSM Insulation Cover (PES-NF) as in KIA</a:t>
                      </a:r>
                    </a:p>
                    <a:p>
                      <a:pPr>
                        <a:defRPr sz="1000">
                          <a:latin typeface="Calibri"/>
                        </a:defRPr>
                      </a:pPr>
                      <a:r>
                        <a:t>2. Replace the 5300GSM Cabin Insulation Cover within MGI with a 4550 - 4650GSM Insulation Cover as in KIA</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41.0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SYS-ERR</a:t>
                      </a:r>
                    </a:p>
                  </a:txBody>
                  <a:tcPr/>
                </a:tc>
                <a:tc>
                  <a:txBody>
                    <a:bodyPr wrap="square"/>
                    <a:lstStyle/>
                    <a:p>
                      <a:pPr>
                        <a:defRPr sz="1000">
                          <a:latin typeface="Calibri"/>
                        </a:defRPr>
                      </a:pPr>
                      <a:r>
                        <a:t>⚠️ AI System Error</a:t>
                      </a:r>
                    </a:p>
                  </a:txBody>
                  <a:tcPr/>
                </a:tc>
                <a:tc>
                  <a:txBody>
                    <a:bodyPr wrap="square"/>
                    <a:lstStyle/>
                    <a:p>
                      <a:pPr>
                        <a:defRPr sz="1000">
                          <a:latin typeface="Calibri"/>
                        </a:defRPr>
                      </a:pPr>
                      <a:r>
                        <a:t>Diagnostic: ERROR_NO_MODELS_WORKING. Last error: 404 models/gemini-1.0-pro is not found for API version v1beta, or is not supported for generateContent. Call ListModels to see the list of available models and their supported methods.. Please check server logs.</a:t>
                      </a:r>
                    </a:p>
                  </a:txBody>
                  <a:tcPr/>
                </a:tc>
                <a:tc>
                  <a:txBody>
                    <a:bodyPr wrap="square"/>
                    <a:lstStyle/>
                    <a:p>
                      <a:pPr>
                        <a:defRPr sz="1000">
                          <a:latin typeface="Calibri"/>
                        </a:defRPr>
                      </a:pPr>
                      <a:r>
                        <a:t>0</a:t>
                      </a:r>
                    </a:p>
                  </a:txBody>
                  <a:tcPr/>
                </a:tc>
                <a:tc>
                  <a:txBody>
                    <a:bodyPr wrap="square"/>
                    <a:lstStyle/>
                    <a:p>
                      <a:pPr>
                        <a:defRPr sz="1000">
                          <a:latin typeface="Calibri"/>
                        </a:defRPr>
                      </a:pPr>
                      <a:r>
                        <a:t>Error</a:t>
                      </a:r>
                    </a:p>
                  </a:txBody>
                  <a:tcPr/>
                </a:tc>
                <a:tc>
                  <a:txBody>
                    <a:bodyPr wrap="square"/>
                    <a:lstStyle/>
                    <a:p>
                      <a:pPr>
                        <a:defRPr sz="1000">
                          <a:latin typeface="Calibri"/>
                        </a:defRPr>
                      </a:pPr>
                      <a:r>
                        <a:t>Diagnostic: ERROR_NO_MODELS_WORKING. Last error: 404 models/gemini-1.0-pro is not found for API version v1beta, or is not supported for generateContent. Call ListModels to see the list of available models and their supported methods.. Please check server logs.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6</a:t>
            </a:r>
          </a:p>
          <a:p>
            <a:pPr>
              <a:defRPr sz="1000">
                <a:latin typeface="Calibri"/>
              </a:defRPr>
            </a:pPr>
            <a:r>
              <a:t>• Total Potential Savings: INR 464.00</a:t>
            </a:r>
          </a:p>
          <a:p>
            <a:pPr>
              <a:defRPr sz="1000">
                <a:latin typeface="Calibri"/>
              </a:defRPr>
            </a:pPr>
            <a:r>
              <a:t>• Implemented Ideas: 0</a:t>
            </a:r>
          </a:p>
          <a:p>
            <a:pPr>
              <a:defRPr sz="1000">
                <a:latin typeface="Calibri"/>
              </a:defRPr>
            </a:pPr>
            <a:r>
              <a:t>• Status OK: 1</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6 ideas analyzed.</a:t>
            </a:r>
          </a:p>
          <a:p>
            <a:pPr>
              <a:defRPr sz="1800">
                <a:latin typeface="Calibri"/>
              </a:defRPr>
            </a:pPr>
            <a:r>
              <a:t>Total Savings: INR 464.00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