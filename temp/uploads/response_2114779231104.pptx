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2311-DA-ID-27</c:v>
                </c:pt>
                <c:pt idx="1">
                  <c:v>2311-DA-ID-25</c:v>
                </c:pt>
                <c:pt idx="2">
                  <c:v>2311-ET-ID-01</c:v>
                </c:pt>
                <c:pt idx="3">
                  <c:v>2311-DA-ID-28</c:v>
                </c:pt>
                <c:pt idx="4">
                  <c:v>2311-IP-ID-05</c:v>
                </c:pt>
                <c:pt idx="5">
                  <c:v>2311-DA-ID-26</c:v>
                </c:pt>
                <c:pt idx="6">
                  <c:v>2311-DA-ID-36</c:v>
                </c:pt>
                <c:pt idx="7">
                  <c:v>2311-IT-ID-16</c:v>
                </c:pt>
                <c:pt idx="8">
                  <c:v>2311-DA-ID-02</c:v>
                </c:pt>
                <c:pt idx="9">
                  <c:v>2311-BIW-ID-06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126.0</c:v>
                </c:pt>
                <c:pt idx="1">
                  <c:v>134.0</c:v>
                </c:pt>
                <c:pt idx="2">
                  <c:v>70.0</c:v>
                </c:pt>
                <c:pt idx="3">
                  <c:v>119.0</c:v>
                </c:pt>
                <c:pt idx="4">
                  <c:v>141.0</c:v>
                </c:pt>
                <c:pt idx="5">
                  <c:v>147.0</c:v>
                </c:pt>
                <c:pt idx="6">
                  <c:v>98.0</c:v>
                </c:pt>
                <c:pt idx="7">
                  <c:v>145.0</c:v>
                </c:pt>
                <c:pt idx="8">
                  <c:v>55.0</c:v>
                </c:pt>
                <c:pt idx="9">
                  <c:v>135.0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8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ABS+PVC+PU with PP+PE-TD14 in the manufacture of both Front and Rear Passenger Armrest Trims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used in the manufacture of the Door Panel Interior Main Trims 2 of MGI with PP-E/P-TD10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Business case to be evaluated (combined for DA-ID-24 &amp; 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Business case to be evaluated (combined for DA-ID-24 &amp; 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2023-11-24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PP-T30 with PP in the manufacture of Rear LH Wheel Guard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used in the manufacture of the LH and RH Door Panel Interior Delta Trims of MGI with PP-E/P-TD10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Bussiness case to be evaluated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Bussiness case to be evaluated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2023-11-02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PP+EPDM+T20 with PP+T20 in the manufacture of the dashboard upper trim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ABS blend with PP-T20 in the manufacture of the Front and Rear Door Panel Side Trims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with PP in the manufacture of the LH and RH APS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PP+PE-T10 used in the manufacture of the Front A-Pillar Interior Trims in MGI with standard PP+PE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Substitute ABS with PP-T20 for the production of the Door Recess Trims fastened onto the door control panel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availabilty and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availabilty and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2024-02-16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Roof BiW Panel from 110 - 120μm to 70 - 80μm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1,170.00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2</a:t>
            </a:r>
          </a:p>
          <a:p>
            <a:pPr>
              <a:defRPr sz="1000">
                <a:latin typeface="Calibri"/>
              </a:defRPr>
            </a:pPr>
            <a:r>
              <a:t>• Status NG: 8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1,170.00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