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2311-BIW-ID-03</c:v>
                </c:pt>
                <c:pt idx="1">
                  <c:v>2311-PRODUCT-ID-03</c:v>
                </c:pt>
                <c:pt idx="2">
                  <c:v>2311-SP-ID-01</c:v>
                </c:pt>
                <c:pt idx="3">
                  <c:v>2311-BIW-ID-05</c:v>
                </c:pt>
                <c:pt idx="4">
                  <c:v>2311-IT-ID-02</c:v>
                </c:pt>
                <c:pt idx="5">
                  <c:v>2311-BIW-ID-04</c:v>
                </c:pt>
                <c:pt idx="6">
                  <c:v>2311-IT-ID-21</c:v>
                </c:pt>
                <c:pt idx="7">
                  <c:v>2311-ET-ID-07</c:v>
                </c:pt>
                <c:pt idx="8">
                  <c:v>2311-IP-ID-15</c:v>
                </c:pt>
                <c:pt idx="9">
                  <c:v>2311-IT-ID-13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122.0</c:v>
                </c:pt>
                <c:pt idx="1">
                  <c:v>126.0</c:v>
                </c:pt>
                <c:pt idx="2">
                  <c:v>57.0</c:v>
                </c:pt>
                <c:pt idx="3">
                  <c:v>82.0</c:v>
                </c:pt>
                <c:pt idx="4">
                  <c:v>81.0</c:v>
                </c:pt>
                <c:pt idx="5">
                  <c:v>84.0</c:v>
                </c:pt>
                <c:pt idx="6">
                  <c:v>125.0</c:v>
                </c:pt>
                <c:pt idx="7">
                  <c:v>133.0</c:v>
                </c:pt>
                <c:pt idx="8">
                  <c:v>60.0</c:v>
                </c:pt>
                <c:pt idx="9">
                  <c:v>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Fender and Rear Quarter Panel BiW Panels from 120 - 130μm to 85 - 95μm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rubber bushes used on the wiper blade mounting bolts with the plastic protective cap.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2311-SP-ID-01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Reduce the overall wall thickness of the Brake Dust Cover Plates present on all four wheel hubs of the vehicles from 1mm to 0.8mm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paint coating thickness on each side of all four plates from 56 microns to 27.8 microns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Front Hood BiW Panel from 160 - 170μm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seal belt webbing used at the co-driver side and use the plastic push clip used at the driver seat belt webbing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and Rear Door BiW Panels from 115 - 125μm to 80 - 90μm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LH &amp; RH Sunroof Frame Mounts (Sunroof Mount 1, Sunroof Mount 2, Sunroof BIW-Airbag Mount)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homeroom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homeroom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Front and Rear Fender Garnishes present on both LH and RH sides from 3.2mm to 2.8mm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IP LHS &amp; RHS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Sunroof Drain Hoses in MGI from 2mm to 1.5mm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 Jaju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915.00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4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915.00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