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Sheet1!$A$2:$A$51</c:f>
              <c:strCache>
                <c:ptCount val="50"/>
                <c:pt idx="0">
                  <c:v>2311-ET-ID-27</c:v>
                </c:pt>
                <c:pt idx="1">
                  <c:v>2311-IT-ID-26</c:v>
                </c:pt>
                <c:pt idx="2">
                  <c:v>2311-FS-ID-02</c:v>
                </c:pt>
                <c:pt idx="3">
                  <c:v>2311-IT-ID-17</c:v>
                </c:pt>
                <c:pt idx="4">
                  <c:v>2311-EL-ID-25</c:v>
                </c:pt>
                <c:pt idx="5">
                  <c:v>2311-IP-ID-16</c:v>
                </c:pt>
                <c:pt idx="6">
                  <c:v>2311-IP-ID-11</c:v>
                </c:pt>
                <c:pt idx="7">
                  <c:v>2311-BIW-ID-06</c:v>
                </c:pt>
                <c:pt idx="8">
                  <c:v>2311-EL-ID-08</c:v>
                </c:pt>
                <c:pt idx="9">
                  <c:v>2311-ET-ID-20</c:v>
                </c:pt>
                <c:pt idx="10">
                  <c:v>2311-ET-ID-24</c:v>
                </c:pt>
                <c:pt idx="11">
                  <c:v>2311-IP-ID-01</c:v>
                </c:pt>
                <c:pt idx="12">
                  <c:v>2311-WT-ID-01</c:v>
                </c:pt>
                <c:pt idx="13">
                  <c:v>2311-BIW-ID-02</c:v>
                </c:pt>
                <c:pt idx="14">
                  <c:v>2311-EL-ID-23</c:v>
                </c:pt>
                <c:pt idx="15">
                  <c:v>2311-DA-ID-37</c:v>
                </c:pt>
                <c:pt idx="16">
                  <c:v>2311-EL-ID-16</c:v>
                </c:pt>
                <c:pt idx="17">
                  <c:v>2311-EL-ID-21</c:v>
                </c:pt>
                <c:pt idx="18">
                  <c:v>2311-ET-ID-26</c:v>
                </c:pt>
                <c:pt idx="19">
                  <c:v>2311-HV-ID-04</c:v>
                </c:pt>
                <c:pt idx="20">
                  <c:v>2311-BIW-ID-03</c:v>
                </c:pt>
                <c:pt idx="21">
                  <c:v>2311-ET-ID-25</c:v>
                </c:pt>
                <c:pt idx="22">
                  <c:v>2311-EL-ID-20</c:v>
                </c:pt>
                <c:pt idx="23">
                  <c:v>2311-PA-ID-03</c:v>
                </c:pt>
                <c:pt idx="24">
                  <c:v>2311-TA-ID-01</c:v>
                </c:pt>
                <c:pt idx="25">
                  <c:v>2311-PA-ID-01</c:v>
                </c:pt>
                <c:pt idx="26">
                  <c:v>2311-PA-ID-02</c:v>
                </c:pt>
                <c:pt idx="27">
                  <c:v>2311-EL-ID-22</c:v>
                </c:pt>
                <c:pt idx="28">
                  <c:v>2311-DA-ID-33</c:v>
                </c:pt>
                <c:pt idx="29">
                  <c:v>2311-ET-ID-28</c:v>
                </c:pt>
                <c:pt idx="30">
                  <c:v>2311-ET-ID-12</c:v>
                </c:pt>
                <c:pt idx="31">
                  <c:v>2311-DA-ID-34</c:v>
                </c:pt>
                <c:pt idx="32">
                  <c:v>2311-DA-ID-36</c:v>
                </c:pt>
                <c:pt idx="33">
                  <c:v>2311-ST-ID-02</c:v>
                </c:pt>
                <c:pt idx="34">
                  <c:v>2311-DA-ID-32</c:v>
                </c:pt>
                <c:pt idx="35">
                  <c:v>2311-BIW-ID-01</c:v>
                </c:pt>
                <c:pt idx="36">
                  <c:v>2311-IP-ID-18</c:v>
                </c:pt>
                <c:pt idx="37">
                  <c:v>2311-IT-ID-28</c:v>
                </c:pt>
                <c:pt idx="38">
                  <c:v>2311-SS-ID-13</c:v>
                </c:pt>
                <c:pt idx="39">
                  <c:v>2311-PRODUCT-ID-12</c:v>
                </c:pt>
                <c:pt idx="40">
                  <c:v>2311-PRODUCT-ID-11</c:v>
                </c:pt>
                <c:pt idx="41">
                  <c:v>2311-IP-ID-02</c:v>
                </c:pt>
                <c:pt idx="42">
                  <c:v>2311-IP-ID-13</c:v>
                </c:pt>
                <c:pt idx="43">
                  <c:v>2311-IP-ID-19</c:v>
                </c:pt>
                <c:pt idx="44">
                  <c:v>2311-BIW-ID-04</c:v>
                </c:pt>
                <c:pt idx="45">
                  <c:v>2311-DA-ID-31</c:v>
                </c:pt>
                <c:pt idx="46">
                  <c:v>2311-BIW-ID-05</c:v>
                </c:pt>
                <c:pt idx="47">
                  <c:v>2311-SS-ID-14</c:v>
                </c:pt>
                <c:pt idx="48">
                  <c:v>2311-DA-ID-17</c:v>
                </c:pt>
                <c:pt idx="49">
                  <c:v>2311-ST-ID-01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145.0</c:v>
                </c:pt>
                <c:pt idx="1">
                  <c:v>145.0</c:v>
                </c:pt>
                <c:pt idx="2">
                  <c:v>144.0</c:v>
                </c:pt>
                <c:pt idx="3">
                  <c:v>140.0</c:v>
                </c:pt>
                <c:pt idx="4">
                  <c:v>140.0</c:v>
                </c:pt>
                <c:pt idx="5">
                  <c:v>140.0</c:v>
                </c:pt>
                <c:pt idx="6">
                  <c:v>138.0</c:v>
                </c:pt>
                <c:pt idx="7">
                  <c:v>135.0</c:v>
                </c:pt>
                <c:pt idx="8">
                  <c:v>135.0</c:v>
                </c:pt>
                <c:pt idx="9">
                  <c:v>133.0</c:v>
                </c:pt>
                <c:pt idx="10">
                  <c:v>132.0</c:v>
                </c:pt>
                <c:pt idx="11">
                  <c:v>131.0</c:v>
                </c:pt>
                <c:pt idx="12">
                  <c:v>130.0</c:v>
                </c:pt>
                <c:pt idx="13">
                  <c:v>130.0</c:v>
                </c:pt>
                <c:pt idx="14">
                  <c:v>127.0</c:v>
                </c:pt>
                <c:pt idx="15">
                  <c:v>127.0</c:v>
                </c:pt>
                <c:pt idx="16">
                  <c:v>126.0</c:v>
                </c:pt>
                <c:pt idx="17">
                  <c:v>124.0</c:v>
                </c:pt>
                <c:pt idx="18">
                  <c:v>124.0</c:v>
                </c:pt>
                <c:pt idx="19">
                  <c:v>123.0</c:v>
                </c:pt>
                <c:pt idx="20">
                  <c:v>122.0</c:v>
                </c:pt>
                <c:pt idx="21">
                  <c:v>122.0</c:v>
                </c:pt>
                <c:pt idx="22">
                  <c:v>122.0</c:v>
                </c:pt>
                <c:pt idx="23">
                  <c:v>122.0</c:v>
                </c:pt>
                <c:pt idx="24">
                  <c:v>121.0</c:v>
                </c:pt>
                <c:pt idx="25">
                  <c:v>115.0</c:v>
                </c:pt>
                <c:pt idx="26">
                  <c:v>113.0</c:v>
                </c:pt>
                <c:pt idx="27">
                  <c:v>111.0</c:v>
                </c:pt>
                <c:pt idx="28">
                  <c:v>110.0</c:v>
                </c:pt>
                <c:pt idx="29">
                  <c:v>105.0</c:v>
                </c:pt>
                <c:pt idx="30">
                  <c:v>102.0</c:v>
                </c:pt>
                <c:pt idx="31">
                  <c:v>100.0</c:v>
                </c:pt>
                <c:pt idx="32">
                  <c:v>98.0</c:v>
                </c:pt>
                <c:pt idx="33">
                  <c:v>98.0</c:v>
                </c:pt>
                <c:pt idx="34">
                  <c:v>97.0</c:v>
                </c:pt>
                <c:pt idx="35">
                  <c:v>96.0</c:v>
                </c:pt>
                <c:pt idx="36">
                  <c:v>96.0</c:v>
                </c:pt>
                <c:pt idx="37">
                  <c:v>94.0</c:v>
                </c:pt>
                <c:pt idx="38">
                  <c:v>92.0</c:v>
                </c:pt>
                <c:pt idx="39">
                  <c:v>90.0</c:v>
                </c:pt>
                <c:pt idx="40">
                  <c:v>89.0</c:v>
                </c:pt>
                <c:pt idx="41">
                  <c:v>87.0</c:v>
                </c:pt>
                <c:pt idx="42">
                  <c:v>87.0</c:v>
                </c:pt>
                <c:pt idx="43">
                  <c:v>85.0</c:v>
                </c:pt>
                <c:pt idx="44">
                  <c:v>84.0</c:v>
                </c:pt>
                <c:pt idx="45">
                  <c:v>83.0</c:v>
                </c:pt>
                <c:pt idx="46">
                  <c:v>82.0</c:v>
                </c:pt>
                <c:pt idx="47">
                  <c:v>81.0</c:v>
                </c:pt>
                <c:pt idx="48">
                  <c:v>78.0</c:v>
                </c:pt>
                <c:pt idx="49">
                  <c:v>77.0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50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on the Front &amp; Rear Wheel Arch LH &amp; RH Liners for NVH restriction within MGI with Noiselite PP-PET Insulation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with PP in the manufacture of the grab handles within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Steel access cover used within MGI with a Plastic (PP(assumed)) one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technical feasibilty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technical feasibilty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Sumanta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2024-04-23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used in between the Interior Trims of MGI with Felt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Brass with Steel in the manufacture of the Main Terminal Connector Bolt within the Engine-Bay Fusebox Assembly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both Instrument Cluster Fascia Decorative Trim and the IP LHS &amp; RHS Decorative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Front-Row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BiW Panel from 110 - 120μm to 70 - 80μm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Update the battery mounting technique in MGI to align with the one employed in KIA, including a redesign of the battery-securing enclosure.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PCB Module supplied by 'Taizhou Suzhong Antenna Group Co., Ltd.' used within the shark fin antenna of MGI with a similar one supplied by 'INFAC Elecs'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front logo assembly making the mentioned changes,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Logo Holder (Black)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Instead of chrome plating the Logo Holding Bracket, finish it in Black and snap-fit the logo M and G onto this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Introduce a new chrome-plated edge trim to complete the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used within the LH &amp; RH Centre Console Side Trims of MGI with Thermoplastic Felt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2311-WT-ID-01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Tyre Pressure Monitoring System (TPMS) sensors from 'SGMW' used in MGI with similar sensors from 'Continental Engineering Services'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 coating from the LH &amp; RH A-Pillar Side Stiffener Brackets, LH &amp; RH Centre Console and Gear Selector Base Mounting Brackets on the BIW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CFT buy 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CFT buy 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2024-03-29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Mini (Closed) Fuses used within the Engine-Bay Fuse Box of the vehicle with Micro2 (Open)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PP-T20 used in the manufacture of the LH and RH Mirror Outer Covers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Keyless Entry Sensor Module from Continental used in MGI with the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homeroom on technical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homeroom on technical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Closed (Mini) Fuses used within the Engine-Bay Fuse Box of the vehicle with Open (Mini)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POM with Glass Filled PP (PP-GF30) in the manufacture of the Rear Bumper Support Brackets 1 &amp;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2311-HV-ID-04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Second and Third-Row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Fender and Rear Quarter Panel BiW Panels from 120 - 130μm to 85 - 95μm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PP-T20 in the manufacture of the reflector casing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Door Lock Request Assembly along with the sensor within the co-driver door handle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current Accelerator Pedal Position Sensor used in MGI with a similar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2311-TA-ID-01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PCB assembly from 'Continental' in MGI with a similar assembly as the one from 'Seoyon Electronics'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 coating on the Brake Pedal Mounting Bracket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Brake Pedal Mounting Bracket used in MGI to a similar bracket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Closed (Mini) Fuses used within the Driver-Side Fuse Box of the vehicle with Open (Mini)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Talc Filled (20%) PP in the manufacture of the LH and RH Tailgate Outer Trim 2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Door Panel Exterior LH &amp; RH Main Trims to a similar setup as employed in KIA,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Employ separate LH and RH Side Claddings (PP-T30) as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current width of the Front and Rear Door Panel Exterior LH &amp; RH Main Trims by 80mm and de-content the rubber seals used on all four doors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LH and RH Roof Rail End Covers 1 and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HR feedback awaited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HR feedback awaited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Vikrant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Door Lock Request Sensor Assemblies used in MGI with the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with PP in the manufacture of the LH and RH APS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Steering Wheel Top Trim 2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Talc Filled (20%) PP in the manufacture of the LH and RH Side Spoiler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Reduce the width of the Frit Band application on the front windshield bottom of MGI from 165mm to 130mm as applied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width of the Frit Band application on the rear windshield LH and RH sides of MGI from 195mm to 165mm as applied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setup removing the entire reinforcement trim and combine the highlighted area shown in the picture into the Dashboard Assembly Upper Trim making it a single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PP-TD10-GF10 with PP-T20 in the manufacture of the speaker casing.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Third-Row Seat Mounting Frame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Decrease the width of the carpet by 100mm from the lower edge on the rear side of the trunk liner flap.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2024-06-28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of the trunk liner flap by 60mm from the upper edge.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PC+ABS/TPU used in the manufacture of the Centre Console Bottle Holder Trim with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POM with PA6-GF30 in the manufacture of Glove Box Lock Pins 1 &amp; 2 within the IP assembly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within the Dashboard and Control Panel for NVH restriction within MGI with Noiselite PP-PET Insulation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and Rear Door BiW Panels from 115 - 125μm to 80 - 90μm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Glass Filled (15%) PP with Talc Filled (20%) PP in the manufacture of the Main Spoiler Inner Trim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Front Hood BiW Panel from 160 - 170μm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Second-Row Seat 60% and 40% Main Bracket Cross Members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Instead of using Thinsulate within the door assemblies, Felt could be utilized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TPO with PP-T20 in the manufacture of the Steering Wheel Bottom Trim and the Steering Wheel Airbag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50</a:t>
            </a:r>
          </a:p>
          <a:p>
            <a:pPr>
              <a:defRPr sz="1000">
                <a:latin typeface="Calibri"/>
              </a:defRPr>
            </a:pPr>
            <a:r>
              <a:t>• Total Potential Savings: INR 5,628.00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50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50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5,628.00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