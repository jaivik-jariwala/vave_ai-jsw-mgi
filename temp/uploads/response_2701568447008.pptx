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VAVE-SWI-047</c:v>
                </c:pt>
                <c:pt idx="1">
                  <c:v>2311-IP-ID-11</c:v>
                </c:pt>
                <c:pt idx="2">
                  <c:v>2311-EL-ID-19</c:v>
                </c:pt>
                <c:pt idx="3">
                  <c:v>VAVE-SWI-049</c:v>
                </c:pt>
                <c:pt idx="4">
                  <c:v>2311-DA-ID-14</c:v>
                </c:pt>
                <c:pt idx="5">
                  <c:v>2311-IP-ID-07</c:v>
                </c:pt>
                <c:pt idx="6">
                  <c:v>2311-FS-ID-03</c:v>
                </c:pt>
                <c:pt idx="7">
                  <c:v>VAVE-SWI-052</c:v>
                </c:pt>
                <c:pt idx="8">
                  <c:v>2311-PRODUCT-ID-13</c:v>
                </c:pt>
                <c:pt idx="9">
                  <c:v>2311-PRODUCT-ID-02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</c:v>
                </c:pt>
                <c:pt idx="1">
                  <c:v>138.0</c:v>
                </c:pt>
                <c:pt idx="2">
                  <c:v>50.0</c:v>
                </c:pt>
                <c:pt idx="3">
                  <c:v>0.0</c:v>
                </c:pt>
                <c:pt idx="4">
                  <c:v>75.0</c:v>
                </c:pt>
                <c:pt idx="5">
                  <c:v>59.0</c:v>
                </c:pt>
                <c:pt idx="6">
                  <c:v>75.0</c:v>
                </c:pt>
                <c:pt idx="7">
                  <c:v>0.0</c:v>
                </c:pt>
                <c:pt idx="8">
                  <c:v>141.0</c:v>
                </c:pt>
                <c:pt idx="9">
                  <c:v>130.0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3</c:v>
                </c:pt>
                <c:pt idx="3">
                  <c:v>6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VAVE-SWI-047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Hydrography to painting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plate availability for appearnace approval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plate availability for appearnace approval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2024-06-15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PP-TD40 in the manufacture of the Front-Row Air Vent Casings 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2311-EL-ID-19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PP-GF30 with standard PP in the manufacture of the Amplifier Cover present mounted onto the amplifier of the vehicle.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50.0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VAVE-SWI-049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Console Side Panel wrapping to MIC/Painting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with supplier on 93lakh investment requirement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with supplier on 93lakh investment requirement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2024-06-15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2311-DA-ID-14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De-content the Coasters/Inserts from the Door Recess Trims and the second-row AC Vent Bottom Storage Area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PP+EPDM+T20 with PP+T20 in the manufacture of the dashboard middle trim of the vehicle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To be considered for new project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59.0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To be considered for new project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Ratnadeep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2311-FS-ID-03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average wall thickness of the Baffle Plates present within the fuel tank assembly of MGI from 0.7mm to 0.6mm as seen in the fuel tank assembly of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VAVE-SWI-052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Console Armrest rear panel wrapping to MIC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with supplier on 55lakh investment requirement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with supplier on 55lakh investment requirement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2024-06-07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Eliminate the plastic trim provided around the bottom anchor point at the driver side seatbelt and follow the same methodology provided at the co-driver's side.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Plastic Caps mounted onto the doors, hood, and tailgate (total 14) with adhesive stickers.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668.00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1</a:t>
            </a:r>
          </a:p>
          <a:p>
            <a:pPr>
              <a:defRPr sz="1000">
                <a:latin typeface="Calibri"/>
              </a:defRPr>
            </a:pPr>
            <a:r>
              <a:t>• Status TBD: 3</a:t>
            </a:r>
          </a:p>
          <a:p>
            <a:pPr>
              <a:defRPr sz="1000">
                <a:latin typeface="Calibri"/>
              </a:defRPr>
            </a:pPr>
            <a:r>
              <a:t>• Status NG: 6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668.00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