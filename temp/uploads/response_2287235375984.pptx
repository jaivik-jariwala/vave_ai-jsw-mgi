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2311-DA-ID-25</c:v>
                </c:pt>
                <c:pt idx="1">
                  <c:v>2311-DA-ID-18</c:v>
                </c:pt>
                <c:pt idx="2">
                  <c:v>2311-DA-ID-28</c:v>
                </c:pt>
                <c:pt idx="3">
                  <c:v>2311-DA-ID-26</c:v>
                </c:pt>
                <c:pt idx="4">
                  <c:v>2311-DA-ID-23</c:v>
                </c:pt>
                <c:pt idx="5">
                  <c:v>2311-ET-ID-28</c:v>
                </c:pt>
                <c:pt idx="6">
                  <c:v>2311-DA-ID-17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134.0</c:v>
                </c:pt>
                <c:pt idx="1">
                  <c:v>129.0</c:v>
                </c:pt>
                <c:pt idx="2">
                  <c:v>119.0</c:v>
                </c:pt>
                <c:pt idx="3">
                  <c:v>147.0</c:v>
                </c:pt>
                <c:pt idx="4">
                  <c:v>125.0</c:v>
                </c:pt>
                <c:pt idx="5">
                  <c:v>105.0</c:v>
                </c:pt>
                <c:pt idx="6">
                  <c:v>78.0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used in the manufacture of the Door Panel Interior Main Trims 2 of MGI with PP-E/P-TD10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Business case to be evaluated (combined for DA-ID-24 &amp; 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Business case to be evaluated (combined for DA-ID-24 &amp; 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 20 in the manufacture of Door Panel Interior Delta Trim Inners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Bussiness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Bussiness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2023-11-08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used in the manufacture of the LH and RH Door Panel Interior Delta Trims of MGI with PP-E/P-TD10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Bussiness case to be evaluated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Bussiness case to be evaluated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ABS blend with PP-T20 in the manufacture of the Front and Rear Door Panel Side Trims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PP-GF30 used in the manufacture of the Door Lock Latch Housing Cover in MGI with PP-GF20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2023-12-15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9812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Door Panel Exterior LH &amp; RH Main Trims to a similar setup as employed in KIA,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Employ separate LH and RH Side Claddings (PP-T30) as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current width of the Front and Rear Door Panel Exterior LH &amp; RH Main Trims by 80mm and de-content the rubber seals used on all four doors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Instead of using Thinsulate within the door assemblies, Felt could be utilized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7</a:t>
            </a:r>
          </a:p>
          <a:p>
            <a:pPr>
              <a:defRPr sz="1000">
                <a:latin typeface="Calibri"/>
              </a:defRPr>
            </a:pPr>
            <a:r>
              <a:t>• Total Potential Savings: INR 837.00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5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7 ideas analyzed.</a:t>
            </a:r>
          </a:p>
          <a:p>
            <a:pPr>
              <a:defRPr sz="1800">
                <a:latin typeface="Calibri"/>
              </a:defRPr>
            </a:pPr>
            <a:r>
              <a:t>Total Savings: INR 837.00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