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AI-NEW-01</c:v>
                </c:pt>
                <c:pt idx="1">
                  <c:v>AI-NEW-02</c:v>
                </c:pt>
                <c:pt idx="2">
                  <c:v>AI-NEW-03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4859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Show topology to reduce mass by 12%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Show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Show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Show sub-parts using unified molding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modular Show design to enable part sharing across variants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3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3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